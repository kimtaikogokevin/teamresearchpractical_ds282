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3249" orient="horz"/>
        <p:guide pos="7068"/>
        <p:guide pos="1380" orient="horz"/>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652d082bd_0_1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a652d082bd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will get only one opportunity to present your Research Question ahead of the submission date.  Have your questions ready, and be ready to take notes on feedback.</a:t>
            </a:r>
            <a:endParaRPr/>
          </a:p>
        </p:txBody>
      </p:sp>
      <p:sp>
        <p:nvSpPr>
          <p:cNvPr id="180" name="Google Shape;1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chemeClr val="lt1"/>
        </a:solidFill>
      </p:bgPr>
    </p:bg>
    <p:spTree>
      <p:nvGrpSpPr>
        <p:cNvPr id="14" name="Shape 14"/>
        <p:cNvGrpSpPr/>
        <p:nvPr/>
      </p:nvGrpSpPr>
      <p:grpSpPr>
        <a:xfrm>
          <a:off x="0" y="0"/>
          <a:ext cx="0" cy="0"/>
          <a:chOff x="0" y="0"/>
          <a:chExt cx="0" cy="0"/>
        </a:xfrm>
      </p:grpSpPr>
      <p:sp>
        <p:nvSpPr>
          <p:cNvPr id="15" name="Google Shape;15;p2"/>
          <p:cNvSpPr txBox="1"/>
          <p:nvPr>
            <p:ph idx="1" type="subTitle"/>
          </p:nvPr>
        </p:nvSpPr>
        <p:spPr>
          <a:xfrm>
            <a:off x="954000" y="1890000"/>
            <a:ext cx="7200000"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2"/>
              </a:buClr>
              <a:buSzPts val="3600"/>
              <a:buNone/>
              <a:defRPr b="1" sz="3600">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rgbClr val="8F9898"/>
                </a:solidFill>
                <a:latin typeface="Arial"/>
                <a:ea typeface="Arial"/>
                <a:cs typeface="Arial"/>
                <a:sym typeface="Arial"/>
              </a:defRPr>
            </a:lvl1pPr>
            <a:lvl2pPr indent="0" lvl="1" marL="0" algn="r">
              <a:spcBef>
                <a:spcPts val="0"/>
              </a:spcBef>
              <a:buNone/>
              <a:defRPr b="1" i="0" sz="1500" u="none" cap="none" strike="noStrike">
                <a:solidFill>
                  <a:srgbClr val="8F9898"/>
                </a:solidFill>
                <a:latin typeface="Arial"/>
                <a:ea typeface="Arial"/>
                <a:cs typeface="Arial"/>
                <a:sym typeface="Arial"/>
              </a:defRPr>
            </a:lvl2pPr>
            <a:lvl3pPr indent="0" lvl="2" marL="0" algn="r">
              <a:spcBef>
                <a:spcPts val="0"/>
              </a:spcBef>
              <a:buNone/>
              <a:defRPr b="1" i="0" sz="1500" u="none" cap="none" strike="noStrike">
                <a:solidFill>
                  <a:srgbClr val="8F9898"/>
                </a:solidFill>
                <a:latin typeface="Arial"/>
                <a:ea typeface="Arial"/>
                <a:cs typeface="Arial"/>
                <a:sym typeface="Arial"/>
              </a:defRPr>
            </a:lvl3pPr>
            <a:lvl4pPr indent="0" lvl="3" marL="0" algn="r">
              <a:spcBef>
                <a:spcPts val="0"/>
              </a:spcBef>
              <a:buNone/>
              <a:defRPr b="1" i="0" sz="1500" u="none" cap="none" strike="noStrike">
                <a:solidFill>
                  <a:srgbClr val="8F9898"/>
                </a:solidFill>
                <a:latin typeface="Arial"/>
                <a:ea typeface="Arial"/>
                <a:cs typeface="Arial"/>
                <a:sym typeface="Arial"/>
              </a:defRPr>
            </a:lvl4pPr>
            <a:lvl5pPr indent="0" lvl="4" marL="0" algn="r">
              <a:spcBef>
                <a:spcPts val="0"/>
              </a:spcBef>
              <a:buNone/>
              <a:defRPr b="1" i="0" sz="1500" u="none" cap="none" strike="noStrike">
                <a:solidFill>
                  <a:srgbClr val="8F9898"/>
                </a:solidFill>
                <a:latin typeface="Arial"/>
                <a:ea typeface="Arial"/>
                <a:cs typeface="Arial"/>
                <a:sym typeface="Arial"/>
              </a:defRPr>
            </a:lvl5pPr>
            <a:lvl6pPr indent="0" lvl="5" marL="0" algn="r">
              <a:spcBef>
                <a:spcPts val="0"/>
              </a:spcBef>
              <a:buNone/>
              <a:defRPr b="1" i="0" sz="1500" u="none" cap="none" strike="noStrike">
                <a:solidFill>
                  <a:srgbClr val="8F9898"/>
                </a:solidFill>
                <a:latin typeface="Arial"/>
                <a:ea typeface="Arial"/>
                <a:cs typeface="Arial"/>
                <a:sym typeface="Arial"/>
              </a:defRPr>
            </a:lvl6pPr>
            <a:lvl7pPr indent="0" lvl="6" marL="0" algn="r">
              <a:spcBef>
                <a:spcPts val="0"/>
              </a:spcBef>
              <a:buNone/>
              <a:defRPr b="1" i="0" sz="1500" u="none" cap="none" strike="noStrike">
                <a:solidFill>
                  <a:srgbClr val="8F9898"/>
                </a:solidFill>
                <a:latin typeface="Arial"/>
                <a:ea typeface="Arial"/>
                <a:cs typeface="Arial"/>
                <a:sym typeface="Arial"/>
              </a:defRPr>
            </a:lvl7pPr>
            <a:lvl8pPr indent="0" lvl="7" marL="0" algn="r">
              <a:spcBef>
                <a:spcPts val="0"/>
              </a:spcBef>
              <a:buNone/>
              <a:defRPr b="1" i="0" sz="1500" u="none" cap="none" strike="noStrike">
                <a:solidFill>
                  <a:srgbClr val="8F9898"/>
                </a:solidFill>
                <a:latin typeface="Arial"/>
                <a:ea typeface="Arial"/>
                <a:cs typeface="Arial"/>
                <a:sym typeface="Arial"/>
              </a:defRPr>
            </a:lvl8pPr>
            <a:lvl9pPr indent="0" lvl="8" marL="0" algn="r">
              <a:spcBef>
                <a:spcPts val="0"/>
              </a:spcBef>
              <a:buNone/>
              <a:defRPr b="1" i="0" sz="1500" u="none" cap="none" strike="noStrike">
                <a:solidFill>
                  <a:srgbClr val="8F989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8" name="Google Shape;18;p2"/>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dk1"/>
              </a:buClr>
              <a:buSzPts val="7500"/>
              <a:buFont typeface="Arial"/>
              <a:buNone/>
              <a:defRPr b="1" sz="75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1"/>
              </a:solidFill>
              <a:latin typeface="Arial"/>
              <a:ea typeface="Arial"/>
              <a:cs typeface="Arial"/>
              <a:sym typeface="Arial"/>
            </a:endParaRPr>
          </a:p>
        </p:txBody>
      </p:sp>
      <p:pic>
        <p:nvPicPr>
          <p:cNvPr id="20" name="Google Shape;20;p2"/>
          <p:cNvPicPr preferRelativeResize="0"/>
          <p:nvPr/>
        </p:nvPicPr>
        <p:blipFill rotWithShape="1">
          <a:blip r:embed="rId2">
            <a:alphaModFix/>
          </a:blip>
          <a:srcRect b="0" l="0" r="0" t="0"/>
          <a:stretch/>
        </p:blipFill>
        <p:spPr>
          <a:xfrm>
            <a:off x="953998" y="5517266"/>
            <a:ext cx="2244881" cy="3969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title">
  <p:cSld name="TITLE">
    <p:bg>
      <p:bgPr>
        <a:solidFill>
          <a:schemeClr val="accent1"/>
        </a:solidFill>
      </p:bgPr>
    </p:bg>
    <p:spTree>
      <p:nvGrpSpPr>
        <p:cNvPr id="21" name="Shape 21"/>
        <p:cNvGrpSpPr/>
        <p:nvPr/>
      </p:nvGrpSpPr>
      <p:grpSpPr>
        <a:xfrm>
          <a:off x="0" y="0"/>
          <a:ext cx="0" cy="0"/>
          <a:chOff x="0" y="0"/>
          <a:chExt cx="0" cy="0"/>
        </a:xfrm>
      </p:grpSpPr>
      <p:sp>
        <p:nvSpPr>
          <p:cNvPr id="22" name="Google Shape;22;p3"/>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lt1"/>
              </a:buClr>
              <a:buSzPts val="7500"/>
              <a:buFont typeface="Arial"/>
              <a:buNone/>
              <a:defRPr b="1" sz="7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subTitle"/>
          </p:nvPr>
        </p:nvSpPr>
        <p:spPr>
          <a:xfrm>
            <a:off x="954000" y="1890000"/>
            <a:ext cx="10031156"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3600"/>
              <a:buNone/>
              <a:defRPr b="1" sz="3600">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3"/>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A picture containing drawing&#10;&#10;Description automatically generated" id="26" name="Google Shape;26;p3"/>
          <p:cNvPicPr preferRelativeResize="0"/>
          <p:nvPr/>
        </p:nvPicPr>
        <p:blipFill rotWithShape="1">
          <a:blip r:embed="rId2">
            <a:alphaModFix/>
          </a:blip>
          <a:srcRect b="0" l="0" r="0" t="0"/>
          <a:stretch/>
        </p:blipFill>
        <p:spPr>
          <a:xfrm>
            <a:off x="954000" y="5511600"/>
            <a:ext cx="2242800" cy="3979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descr="University of Hertfordshire logo" id="28" name="Google Shape;28;p4"/>
          <p:cNvPicPr preferRelativeResize="0"/>
          <p:nvPr/>
        </p:nvPicPr>
        <p:blipFill rotWithShape="1">
          <a:blip r:embed="rId3">
            <a:alphaModFix/>
          </a:blip>
          <a:srcRect b="0" l="0" r="0" t="0"/>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type="twoObj">
  <p:cSld name="TWO_OBJECTS">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973668" y="2717444"/>
            <a:ext cx="4903200"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336000" y="2717444"/>
            <a:ext cx="4456800" cy="31752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35" name="Google Shape;35;p5"/>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36" name="Shape 36"/>
        <p:cNvGrpSpPr/>
        <p:nvPr/>
      </p:nvGrpSpPr>
      <p:grpSpPr>
        <a:xfrm>
          <a:off x="0" y="0"/>
          <a:ext cx="0" cy="0"/>
          <a:chOff x="0" y="0"/>
          <a:chExt cx="0" cy="0"/>
        </a:xfrm>
      </p:grpSpPr>
      <p:sp>
        <p:nvSpPr>
          <p:cNvPr id="37" name="Google Shape;37;p6"/>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970139" y="2717600"/>
            <a:ext cx="10251722"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41" name="Google Shape;41;p6"/>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p:cSld name="Title and Content Large">
    <p:bg>
      <p:bgPr>
        <a:solidFill>
          <a:schemeClr val="lt1"/>
        </a:solidFill>
      </p:bgPr>
    </p:bg>
    <p:spTree>
      <p:nvGrpSpPr>
        <p:cNvPr id="42" name="Shape 42"/>
        <p:cNvGrpSpPr/>
        <p:nvPr/>
      </p:nvGrpSpPr>
      <p:grpSpPr>
        <a:xfrm>
          <a:off x="0" y="0"/>
          <a:ext cx="0" cy="0"/>
          <a:chOff x="0" y="0"/>
          <a:chExt cx="0" cy="0"/>
        </a:xfrm>
      </p:grpSpPr>
      <p:sp>
        <p:nvSpPr>
          <p:cNvPr id="43" name="Google Shape;43;p7"/>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46" name="Google Shape;46;p7"/>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blue">
  <p:cSld name="Title and Content Large blue">
    <p:bg>
      <p:bgPr>
        <a:solidFill>
          <a:schemeClr val="accent1"/>
        </a:solidFill>
      </p:bgPr>
    </p:bg>
    <p:spTree>
      <p:nvGrpSpPr>
        <p:cNvPr id="47" name="Shape 47"/>
        <p:cNvGrpSpPr/>
        <p:nvPr/>
      </p:nvGrpSpPr>
      <p:grpSpPr>
        <a:xfrm>
          <a:off x="0" y="0"/>
          <a:ext cx="0" cy="0"/>
          <a:chOff x="0" y="0"/>
          <a:chExt cx="0" cy="0"/>
        </a:xfrm>
      </p:grpSpPr>
      <p:sp>
        <p:nvSpPr>
          <p:cNvPr id="48" name="Google Shape;48;p8"/>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49" name="Google Shape;49;p8"/>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chemeClr val="lt1"/>
              </a:buClr>
              <a:buSzPts val="2400"/>
              <a:buNone/>
              <a:defRPr b="0">
                <a:solidFill>
                  <a:schemeClr val="lt1"/>
                </a:solidFill>
              </a:defRPr>
            </a:lvl1pPr>
            <a:lvl2pPr indent="-228600" lvl="1" marL="914400" algn="l">
              <a:lnSpc>
                <a:spcPct val="120000"/>
              </a:lnSpc>
              <a:spcBef>
                <a:spcPts val="992"/>
              </a:spcBef>
              <a:spcAft>
                <a:spcPts val="0"/>
              </a:spcAft>
              <a:buClr>
                <a:schemeClr val="lt1"/>
              </a:buClr>
              <a:buSzPts val="2400"/>
              <a:buNone/>
              <a:defRPr>
                <a:solidFill>
                  <a:schemeClr val="lt1"/>
                </a:solidFill>
              </a:defRPr>
            </a:lvl2pPr>
            <a:lvl3pPr indent="-381000" lvl="2" marL="1371600" algn="l">
              <a:lnSpc>
                <a:spcPct val="120000"/>
              </a:lnSpc>
              <a:spcBef>
                <a:spcPts val="992"/>
              </a:spcBef>
              <a:spcAft>
                <a:spcPts val="0"/>
              </a:spcAft>
              <a:buClr>
                <a:schemeClr val="lt1"/>
              </a:buClr>
              <a:buSzPts val="2400"/>
              <a:buChar char="■"/>
              <a:defRPr>
                <a:solidFill>
                  <a:schemeClr val="lt1"/>
                </a:solidFill>
              </a:defRPr>
            </a:lvl3pPr>
            <a:lvl4pPr indent="-228600" lvl="3" marL="1828800" algn="l">
              <a:lnSpc>
                <a:spcPct val="120000"/>
              </a:lnSpc>
              <a:spcBef>
                <a:spcPts val="992"/>
              </a:spcBef>
              <a:spcAft>
                <a:spcPts val="0"/>
              </a:spcAft>
              <a:buClr>
                <a:schemeClr val="lt1"/>
              </a:buClr>
              <a:buSzPts val="1800"/>
              <a:buNone/>
              <a:defRPr>
                <a:solidFill>
                  <a:schemeClr val="lt1"/>
                </a:solidFill>
              </a:defRPr>
            </a:lvl4pPr>
            <a:lvl5pPr indent="-228600" lvl="4" marL="2286000" algn="l">
              <a:lnSpc>
                <a:spcPct val="120000"/>
              </a:lnSpc>
              <a:spcBef>
                <a:spcPts val="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Content">
  <p:cSld name="Title + Image + Content">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7835952" y="2728800"/>
            <a:ext cx="2959200"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p9"/>
          <p:cNvSpPr/>
          <p:nvPr>
            <p:ph idx="2" type="pic"/>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2 Images">
  <p:cSld name="Title + Content + 2 Images">
    <p:bg>
      <p:bgPr>
        <a:solidFill>
          <a:schemeClr val="lt1"/>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62" name="Google Shape;62;p10"/>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10"/>
          <p:cNvSpPr txBox="1"/>
          <p:nvPr>
            <p:ph idx="1" type="body"/>
          </p:nvPr>
        </p:nvSpPr>
        <p:spPr>
          <a:xfrm>
            <a:off x="953999"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0"/>
          <p:cNvSpPr txBox="1"/>
          <p:nvPr>
            <p:ph idx="2" type="body"/>
          </p:nvPr>
        </p:nvSpPr>
        <p:spPr>
          <a:xfrm>
            <a:off x="8278804"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3" type="body"/>
          </p:nvPr>
        </p:nvSpPr>
        <p:spPr>
          <a:xfrm>
            <a:off x="4613975"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Image">
  <p:cSld name="Full Bleed Image">
    <p:bg>
      <p:bgPr>
        <a:solidFill>
          <a:schemeClr val="accent1"/>
        </a:solidFill>
      </p:bgPr>
    </p:bg>
    <p:spTree>
      <p:nvGrpSpPr>
        <p:cNvPr id="66" name="Shape 66"/>
        <p:cNvGrpSpPr/>
        <p:nvPr/>
      </p:nvGrpSpPr>
      <p:grpSpPr>
        <a:xfrm>
          <a:off x="0" y="0"/>
          <a:ext cx="0" cy="0"/>
          <a:chOff x="0" y="0"/>
          <a:chExt cx="0" cy="0"/>
        </a:xfrm>
      </p:grpSpPr>
      <p:sp>
        <p:nvSpPr>
          <p:cNvPr id="67" name="Google Shape;67;p11"/>
          <p:cNvSpPr/>
          <p:nvPr>
            <p:ph idx="2" type="pic"/>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ideo">
  <p:cSld name="1_Video">
    <p:bg>
      <p:bgPr>
        <a:solidFill>
          <a:schemeClr val="accent1"/>
        </a:solidFill>
      </p:bgPr>
    </p:bg>
    <p:spTree>
      <p:nvGrpSpPr>
        <p:cNvPr id="68" name="Shape 68"/>
        <p:cNvGrpSpPr/>
        <p:nvPr/>
      </p:nvGrpSpPr>
      <p:grpSpPr>
        <a:xfrm>
          <a:off x="0" y="0"/>
          <a:ext cx="0" cy="0"/>
          <a:chOff x="0" y="0"/>
          <a:chExt cx="0" cy="0"/>
        </a:xfrm>
      </p:grpSpPr>
      <p:sp>
        <p:nvSpPr>
          <p:cNvPr id="69" name="Google Shape;69;p12"/>
          <p:cNvSpPr/>
          <p:nvPr>
            <p:ph idx="2" type="media"/>
          </p:nvPr>
        </p:nvSpPr>
        <p:spPr>
          <a:xfrm>
            <a:off x="140400" y="140400"/>
            <a:ext cx="11916000" cy="6580800"/>
          </a:xfrm>
          <a:prstGeom prst="rect">
            <a:avLst/>
          </a:prstGeom>
          <a:solidFill>
            <a:schemeClr val="lt1"/>
          </a:solidFill>
          <a:ln>
            <a:noFill/>
          </a:ln>
        </p:spPr>
        <p:txBody>
          <a:bodyPr anchorCtr="0" anchor="t" bIns="0" lIns="0" spcFirstLastPara="1" rIns="0" wrap="square" tIns="0">
            <a:noAutofit/>
          </a:bodyPr>
          <a:lstStyle>
            <a:lvl1pPr lvl="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lvl="1"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lvl="2"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lvl="3"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lvl="4"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and text" showMasterSp="0">
  <p:cSld name="Icons and text">
    <p:bg>
      <p:bgPr>
        <a:solidFill>
          <a:schemeClr val="lt1"/>
        </a:solidFill>
      </p:bgPr>
    </p:bg>
    <p:spTree>
      <p:nvGrpSpPr>
        <p:cNvPr id="70" name="Shape 70"/>
        <p:cNvGrpSpPr/>
        <p:nvPr/>
      </p:nvGrpSpPr>
      <p:grpSpPr>
        <a:xfrm>
          <a:off x="0" y="0"/>
          <a:ext cx="0" cy="0"/>
          <a:chOff x="0" y="0"/>
          <a:chExt cx="0" cy="0"/>
        </a:xfrm>
      </p:grpSpPr>
      <p:sp>
        <p:nvSpPr>
          <p:cNvPr id="71" name="Google Shape;71;p13"/>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3" name="Google Shape;73;p1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p13"/>
          <p:cNvSpPr txBox="1"/>
          <p:nvPr>
            <p:ph idx="1" type="body"/>
          </p:nvPr>
        </p:nvSpPr>
        <p:spPr>
          <a:xfrm>
            <a:off x="970139" y="4079342"/>
            <a:ext cx="3144661" cy="2252134"/>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2" type="body"/>
          </p:nvPr>
        </p:nvSpPr>
        <p:spPr>
          <a:xfrm>
            <a:off x="8077200"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3" type="body"/>
          </p:nvPr>
        </p:nvSpPr>
        <p:spPr>
          <a:xfrm>
            <a:off x="4523669"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p:nvPr>
            <p:ph idx="4" type="pic"/>
          </p:nvPr>
        </p:nvSpPr>
        <p:spPr>
          <a:xfrm>
            <a:off x="1462175" y="1640942"/>
            <a:ext cx="2160587" cy="2160588"/>
          </a:xfrm>
          <a:prstGeom prst="rect">
            <a:avLst/>
          </a:prstGeom>
          <a:noFill/>
          <a:ln>
            <a:noFill/>
          </a:ln>
        </p:spPr>
      </p:sp>
      <p:sp>
        <p:nvSpPr>
          <p:cNvPr id="78" name="Google Shape;78;p13"/>
          <p:cNvSpPr/>
          <p:nvPr>
            <p:ph idx="5" type="pic"/>
          </p:nvPr>
        </p:nvSpPr>
        <p:spPr>
          <a:xfrm>
            <a:off x="5015705" y="1640942"/>
            <a:ext cx="2160587" cy="2160588"/>
          </a:xfrm>
          <a:prstGeom prst="rect">
            <a:avLst/>
          </a:prstGeom>
          <a:noFill/>
          <a:ln>
            <a:noFill/>
          </a:ln>
        </p:spPr>
      </p:sp>
      <p:sp>
        <p:nvSpPr>
          <p:cNvPr id="79" name="Google Shape;79;p13"/>
          <p:cNvSpPr/>
          <p:nvPr>
            <p:ph idx="6" type="pic"/>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bg>
      <p:bgPr>
        <a:solidFill>
          <a:schemeClr val="accent1"/>
        </a:solidFill>
      </p:bgPr>
    </p:bg>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954002" y="5511600"/>
            <a:ext cx="2242795" cy="397958"/>
          </a:xfrm>
          <a:prstGeom prst="rect">
            <a:avLst/>
          </a:prstGeom>
          <a:noFill/>
          <a:ln>
            <a:noFill/>
          </a:ln>
        </p:spPr>
      </p:pic>
      <p:sp>
        <p:nvSpPr>
          <p:cNvPr id="82" name="Google Shape;82;p14"/>
          <p:cNvSpPr txBox="1"/>
          <p:nvPr>
            <p:ph type="ctrTitle"/>
          </p:nvPr>
        </p:nvSpPr>
        <p:spPr>
          <a:xfrm>
            <a:off x="926844" y="1964352"/>
            <a:ext cx="11828559" cy="105157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chemeClr val="lt1"/>
        </a:solidFill>
      </p:bgPr>
    </p:bg>
    <p:spTree>
      <p:nvGrpSpPr>
        <p:cNvPr id="90" name="Shape 90"/>
        <p:cNvGrpSpPr/>
        <p:nvPr/>
      </p:nvGrpSpPr>
      <p:grpSpPr>
        <a:xfrm>
          <a:off x="0" y="0"/>
          <a:ext cx="0" cy="0"/>
          <a:chOff x="0" y="0"/>
          <a:chExt cx="0" cy="0"/>
        </a:xfrm>
      </p:grpSpPr>
      <p:sp>
        <p:nvSpPr>
          <p:cNvPr id="91" name="Google Shape;91;p16"/>
          <p:cNvSpPr txBox="1"/>
          <p:nvPr>
            <p:ph idx="1" type="subTitle"/>
          </p:nvPr>
        </p:nvSpPr>
        <p:spPr>
          <a:xfrm>
            <a:off x="954000" y="1890000"/>
            <a:ext cx="7200000"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2"/>
              </a:buClr>
              <a:buSzPts val="3600"/>
              <a:buNone/>
              <a:defRPr b="1" sz="3600">
                <a:solidFill>
                  <a:schemeClr val="dk2"/>
                </a:solidFill>
              </a:defRPr>
            </a:lvl1pPr>
            <a:lvl2pPr lvl="1" algn="ctr">
              <a:lnSpc>
                <a:spcPct val="144000"/>
              </a:lnSpc>
              <a:spcBef>
                <a:spcPts val="900"/>
              </a:spcBef>
              <a:spcAft>
                <a:spcPts val="0"/>
              </a:spcAft>
              <a:buClr>
                <a:srgbClr val="203232"/>
              </a:buClr>
              <a:buSzPts val="2000"/>
              <a:buNone/>
              <a:defRPr sz="2000"/>
            </a:lvl2pPr>
            <a:lvl3pPr lvl="2" algn="ctr">
              <a:lnSpc>
                <a:spcPct val="160000"/>
              </a:lnSpc>
              <a:spcBef>
                <a:spcPts val="900"/>
              </a:spcBef>
              <a:spcAft>
                <a:spcPts val="0"/>
              </a:spcAft>
              <a:buClr>
                <a:srgbClr val="203232"/>
              </a:buClr>
              <a:buSzPts val="1900"/>
              <a:buNone/>
              <a:defRPr sz="1900"/>
            </a:lvl3pPr>
            <a:lvl4pPr lvl="3" algn="ctr">
              <a:lnSpc>
                <a:spcPct val="135000"/>
              </a:lnSpc>
              <a:spcBef>
                <a:spcPts val="900"/>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2" name="Google Shape;92;p16"/>
          <p:cNvSpPr txBox="1"/>
          <p:nvPr>
            <p:ph idx="11" type="ftr"/>
          </p:nvPr>
        </p:nvSpPr>
        <p:spPr>
          <a:xfrm>
            <a:off x="965289" y="791022"/>
            <a:ext cx="7176900" cy="2307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500"/>
              <a:buNone/>
              <a:defRPr>
                <a:solidFill>
                  <a:srgbClr val="8F9898"/>
                </a:solidFill>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93" name="Google Shape;93;p16"/>
          <p:cNvSpPr txBox="1"/>
          <p:nvPr>
            <p:ph idx="12" type="sldNum"/>
          </p:nvPr>
        </p:nvSpPr>
        <p:spPr>
          <a:xfrm>
            <a:off x="10616400" y="791022"/>
            <a:ext cx="622800" cy="230700"/>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rgbClr val="8F9898"/>
                </a:solidFill>
                <a:latin typeface="Arial"/>
                <a:ea typeface="Arial"/>
                <a:cs typeface="Arial"/>
                <a:sym typeface="Arial"/>
              </a:defRPr>
            </a:lvl1pPr>
            <a:lvl2pPr indent="0" lvl="1" marL="0" algn="r">
              <a:spcBef>
                <a:spcPts val="0"/>
              </a:spcBef>
              <a:buNone/>
              <a:defRPr b="1" i="0" sz="1500" u="none" cap="none" strike="noStrike">
                <a:solidFill>
                  <a:srgbClr val="8F9898"/>
                </a:solidFill>
                <a:latin typeface="Arial"/>
                <a:ea typeface="Arial"/>
                <a:cs typeface="Arial"/>
                <a:sym typeface="Arial"/>
              </a:defRPr>
            </a:lvl2pPr>
            <a:lvl3pPr indent="0" lvl="2" marL="0" algn="r">
              <a:spcBef>
                <a:spcPts val="0"/>
              </a:spcBef>
              <a:buNone/>
              <a:defRPr b="1" i="0" sz="1500" u="none" cap="none" strike="noStrike">
                <a:solidFill>
                  <a:srgbClr val="8F9898"/>
                </a:solidFill>
                <a:latin typeface="Arial"/>
                <a:ea typeface="Arial"/>
                <a:cs typeface="Arial"/>
                <a:sym typeface="Arial"/>
              </a:defRPr>
            </a:lvl3pPr>
            <a:lvl4pPr indent="0" lvl="3" marL="0" algn="r">
              <a:spcBef>
                <a:spcPts val="0"/>
              </a:spcBef>
              <a:buNone/>
              <a:defRPr b="1" i="0" sz="1500" u="none" cap="none" strike="noStrike">
                <a:solidFill>
                  <a:srgbClr val="8F9898"/>
                </a:solidFill>
                <a:latin typeface="Arial"/>
                <a:ea typeface="Arial"/>
                <a:cs typeface="Arial"/>
                <a:sym typeface="Arial"/>
              </a:defRPr>
            </a:lvl4pPr>
            <a:lvl5pPr indent="0" lvl="4" marL="0" algn="r">
              <a:spcBef>
                <a:spcPts val="0"/>
              </a:spcBef>
              <a:buNone/>
              <a:defRPr b="1" i="0" sz="1500" u="none" cap="none" strike="noStrike">
                <a:solidFill>
                  <a:srgbClr val="8F9898"/>
                </a:solidFill>
                <a:latin typeface="Arial"/>
                <a:ea typeface="Arial"/>
                <a:cs typeface="Arial"/>
                <a:sym typeface="Arial"/>
              </a:defRPr>
            </a:lvl5pPr>
            <a:lvl6pPr indent="0" lvl="5" marL="0" algn="r">
              <a:spcBef>
                <a:spcPts val="0"/>
              </a:spcBef>
              <a:buNone/>
              <a:defRPr b="1" i="0" sz="1500" u="none" cap="none" strike="noStrike">
                <a:solidFill>
                  <a:srgbClr val="8F9898"/>
                </a:solidFill>
                <a:latin typeface="Arial"/>
                <a:ea typeface="Arial"/>
                <a:cs typeface="Arial"/>
                <a:sym typeface="Arial"/>
              </a:defRPr>
            </a:lvl6pPr>
            <a:lvl7pPr indent="0" lvl="6" marL="0" algn="r">
              <a:spcBef>
                <a:spcPts val="0"/>
              </a:spcBef>
              <a:buNone/>
              <a:defRPr b="1" i="0" sz="1500" u="none" cap="none" strike="noStrike">
                <a:solidFill>
                  <a:srgbClr val="8F9898"/>
                </a:solidFill>
                <a:latin typeface="Arial"/>
                <a:ea typeface="Arial"/>
                <a:cs typeface="Arial"/>
                <a:sym typeface="Arial"/>
              </a:defRPr>
            </a:lvl7pPr>
            <a:lvl8pPr indent="0" lvl="7" marL="0" algn="r">
              <a:spcBef>
                <a:spcPts val="0"/>
              </a:spcBef>
              <a:buNone/>
              <a:defRPr b="1" i="0" sz="1500" u="none" cap="none" strike="noStrike">
                <a:solidFill>
                  <a:srgbClr val="8F9898"/>
                </a:solidFill>
                <a:latin typeface="Arial"/>
                <a:ea typeface="Arial"/>
                <a:cs typeface="Arial"/>
                <a:sym typeface="Arial"/>
              </a:defRPr>
            </a:lvl8pPr>
            <a:lvl9pPr indent="0" lvl="8" marL="0" algn="r">
              <a:spcBef>
                <a:spcPts val="0"/>
              </a:spcBef>
              <a:buNone/>
              <a:defRPr b="1" i="0" sz="1500" u="none" cap="none" strike="noStrike">
                <a:solidFill>
                  <a:srgbClr val="8F989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4" name="Google Shape;94;p16"/>
          <p:cNvSpPr txBox="1"/>
          <p:nvPr>
            <p:ph type="ctrTitle"/>
          </p:nvPr>
        </p:nvSpPr>
        <p:spPr>
          <a:xfrm>
            <a:off x="953999" y="2579715"/>
            <a:ext cx="10031100"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dk1"/>
              </a:buClr>
              <a:buSzPts val="7500"/>
              <a:buFont typeface="Arial"/>
              <a:buNone/>
              <a:defRPr b="1" sz="7500">
                <a:solidFill>
                  <a:schemeClr val="dk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95" name="Google Shape;95;p16"/>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accent1"/>
              </a:solidFill>
              <a:latin typeface="Arial"/>
              <a:ea typeface="Arial"/>
              <a:cs typeface="Arial"/>
              <a:sym typeface="Arial"/>
            </a:endParaRPr>
          </a:p>
        </p:txBody>
      </p:sp>
      <p:pic>
        <p:nvPicPr>
          <p:cNvPr id="96" name="Google Shape;96;p16"/>
          <p:cNvPicPr preferRelativeResize="0"/>
          <p:nvPr/>
        </p:nvPicPr>
        <p:blipFill rotWithShape="1">
          <a:blip r:embed="rId2">
            <a:alphaModFix/>
          </a:blip>
          <a:srcRect b="0" l="0" r="0" t="0"/>
          <a:stretch/>
        </p:blipFill>
        <p:spPr>
          <a:xfrm>
            <a:off x="953998" y="5517266"/>
            <a:ext cx="2244878" cy="39690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title">
  <p:cSld name="TITLE">
    <p:bg>
      <p:bgPr>
        <a:solidFill>
          <a:schemeClr val="accent1"/>
        </a:solidFill>
      </p:bgPr>
    </p:bg>
    <p:spTree>
      <p:nvGrpSpPr>
        <p:cNvPr id="97" name="Shape 97"/>
        <p:cNvGrpSpPr/>
        <p:nvPr/>
      </p:nvGrpSpPr>
      <p:grpSpPr>
        <a:xfrm>
          <a:off x="0" y="0"/>
          <a:ext cx="0" cy="0"/>
          <a:chOff x="0" y="0"/>
          <a:chExt cx="0" cy="0"/>
        </a:xfrm>
      </p:grpSpPr>
      <p:sp>
        <p:nvSpPr>
          <p:cNvPr id="98" name="Google Shape;98;p17"/>
          <p:cNvSpPr txBox="1"/>
          <p:nvPr>
            <p:ph type="ctrTitle"/>
          </p:nvPr>
        </p:nvSpPr>
        <p:spPr>
          <a:xfrm>
            <a:off x="953999" y="2579715"/>
            <a:ext cx="10031100"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lt1"/>
              </a:buClr>
              <a:buSzPts val="7500"/>
              <a:buFont typeface="Arial"/>
              <a:buNone/>
              <a:defRPr b="1" sz="7500">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99" name="Google Shape;99;p17"/>
          <p:cNvSpPr txBox="1"/>
          <p:nvPr>
            <p:ph idx="1" type="subTitle"/>
          </p:nvPr>
        </p:nvSpPr>
        <p:spPr>
          <a:xfrm>
            <a:off x="954000" y="1890000"/>
            <a:ext cx="10031100"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3600"/>
              <a:buNone/>
              <a:defRPr b="1" sz="3600">
                <a:solidFill>
                  <a:schemeClr val="lt1"/>
                </a:solidFill>
              </a:defRPr>
            </a:lvl1pPr>
            <a:lvl2pPr lvl="1" algn="ctr">
              <a:lnSpc>
                <a:spcPct val="144000"/>
              </a:lnSpc>
              <a:spcBef>
                <a:spcPts val="900"/>
              </a:spcBef>
              <a:spcAft>
                <a:spcPts val="0"/>
              </a:spcAft>
              <a:buClr>
                <a:srgbClr val="203232"/>
              </a:buClr>
              <a:buSzPts val="2000"/>
              <a:buNone/>
              <a:defRPr sz="2000"/>
            </a:lvl2pPr>
            <a:lvl3pPr lvl="2" algn="ctr">
              <a:lnSpc>
                <a:spcPct val="160000"/>
              </a:lnSpc>
              <a:spcBef>
                <a:spcPts val="900"/>
              </a:spcBef>
              <a:spcAft>
                <a:spcPts val="0"/>
              </a:spcAft>
              <a:buClr>
                <a:srgbClr val="203232"/>
              </a:buClr>
              <a:buSzPts val="1900"/>
              <a:buNone/>
              <a:defRPr sz="1900"/>
            </a:lvl3pPr>
            <a:lvl4pPr lvl="3" algn="ctr">
              <a:lnSpc>
                <a:spcPct val="135000"/>
              </a:lnSpc>
              <a:spcBef>
                <a:spcPts val="900"/>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0" name="Google Shape;100;p17"/>
          <p:cNvSpPr txBox="1"/>
          <p:nvPr>
            <p:ph idx="11" type="ftr"/>
          </p:nvPr>
        </p:nvSpPr>
        <p:spPr>
          <a:xfrm>
            <a:off x="965289" y="779733"/>
            <a:ext cx="7176900" cy="2307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500"/>
              <a:buNone/>
              <a:defRPr>
                <a:solidFill>
                  <a:schemeClr val="lt1"/>
                </a:solidFill>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01" name="Google Shape;101;p17"/>
          <p:cNvSpPr txBox="1"/>
          <p:nvPr>
            <p:ph idx="12" type="sldNum"/>
          </p:nvPr>
        </p:nvSpPr>
        <p:spPr>
          <a:xfrm>
            <a:off x="10616400" y="779733"/>
            <a:ext cx="622800" cy="230700"/>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A picture containing drawing&#10;&#10;Description automatically generated" id="102" name="Google Shape;102;p17"/>
          <p:cNvPicPr preferRelativeResize="0"/>
          <p:nvPr/>
        </p:nvPicPr>
        <p:blipFill rotWithShape="1">
          <a:blip r:embed="rId2">
            <a:alphaModFix/>
          </a:blip>
          <a:srcRect b="0" l="0" r="0" t="0"/>
          <a:stretch/>
        </p:blipFill>
        <p:spPr>
          <a:xfrm>
            <a:off x="954000" y="5511600"/>
            <a:ext cx="2242800" cy="3979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103" name="Shape 103"/>
        <p:cNvGrpSpPr/>
        <p:nvPr/>
      </p:nvGrpSpPr>
      <p:grpSpPr>
        <a:xfrm>
          <a:off x="0" y="0"/>
          <a:ext cx="0" cy="0"/>
          <a:chOff x="0" y="0"/>
          <a:chExt cx="0" cy="0"/>
        </a:xfrm>
      </p:grpSpPr>
      <p:pic>
        <p:nvPicPr>
          <p:cNvPr descr="University of Hertfordshire logo" id="104" name="Google Shape;104;p18"/>
          <p:cNvPicPr preferRelativeResize="0"/>
          <p:nvPr/>
        </p:nvPicPr>
        <p:blipFill rotWithShape="1">
          <a:blip r:embed="rId3">
            <a:alphaModFix/>
          </a:blip>
          <a:srcRect b="0" l="0" r="0" t="0"/>
          <a:stretch/>
        </p:blipFill>
        <p:spPr>
          <a:xfrm>
            <a:off x="2844000" y="2854800"/>
            <a:ext cx="6501600" cy="115363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type="twoObj">
  <p:cSld name="TWO_OBJECTS">
    <p:bg>
      <p:bgPr>
        <a:solidFill>
          <a:schemeClr val="lt1"/>
        </a:solidFill>
      </p:bgPr>
    </p:bg>
    <p:spTree>
      <p:nvGrpSpPr>
        <p:cNvPr id="105" name="Shape 105"/>
        <p:cNvGrpSpPr/>
        <p:nvPr/>
      </p:nvGrpSpPr>
      <p:grpSpPr>
        <a:xfrm>
          <a:off x="0" y="0"/>
          <a:ext cx="0" cy="0"/>
          <a:chOff x="0" y="0"/>
          <a:chExt cx="0" cy="0"/>
        </a:xfrm>
      </p:grpSpPr>
      <p:sp>
        <p:nvSpPr>
          <p:cNvPr id="106" name="Google Shape;106;p19"/>
          <p:cNvSpPr txBox="1"/>
          <p:nvPr>
            <p:ph type="title"/>
          </p:nvPr>
        </p:nvSpPr>
        <p:spPr>
          <a:xfrm>
            <a:off x="954000" y="1890000"/>
            <a:ext cx="10279200" cy="365100"/>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07" name="Google Shape;107;p19"/>
          <p:cNvSpPr txBox="1"/>
          <p:nvPr>
            <p:ph idx="1" type="body"/>
          </p:nvPr>
        </p:nvSpPr>
        <p:spPr>
          <a:xfrm>
            <a:off x="973668" y="2717444"/>
            <a:ext cx="4903200"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8" name="Google Shape;108;p19"/>
          <p:cNvSpPr txBox="1"/>
          <p:nvPr>
            <p:ph idx="2" type="body"/>
          </p:nvPr>
        </p:nvSpPr>
        <p:spPr>
          <a:xfrm>
            <a:off x="6336000" y="2717444"/>
            <a:ext cx="4456800" cy="31752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9" name="Google Shape;109;p19"/>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10" name="Google Shape;110;p19"/>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11" name="Google Shape;111;p19"/>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accent1"/>
              </a:solidFill>
              <a:latin typeface="Arial"/>
              <a:ea typeface="Arial"/>
              <a:cs typeface="Arial"/>
              <a:sym typeface="Arial"/>
            </a:endParaRPr>
          </a:p>
        </p:txBody>
      </p:sp>
    </p:spTree>
  </p:cSld>
  <p:clrMapOvr>
    <a:masterClrMapping/>
  </p:clrMapOvr>
  <p:extLst>
    <p:ext uri="{DCECCB84-F9BA-43D5-87BE-67443E8EF086}">
      <p15:sldGuideLst>
        <p15:guide id="1" pos="6805">
          <p15:clr>
            <a:srgbClr val="FBAE40"/>
          </p15:clr>
        </p15:guide>
        <p15:guide id="2" pos="3989">
          <p15:clr>
            <a:srgbClr val="FBAE40"/>
          </p15:clr>
        </p15:guide>
        <p15:guide id="3" pos="370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112" name="Shape 112"/>
        <p:cNvGrpSpPr/>
        <p:nvPr/>
      </p:nvGrpSpPr>
      <p:grpSpPr>
        <a:xfrm>
          <a:off x="0" y="0"/>
          <a:ext cx="0" cy="0"/>
          <a:chOff x="0" y="0"/>
          <a:chExt cx="0" cy="0"/>
        </a:xfrm>
      </p:grpSpPr>
      <p:sp>
        <p:nvSpPr>
          <p:cNvPr id="113" name="Google Shape;113;p20"/>
          <p:cNvSpPr txBox="1"/>
          <p:nvPr>
            <p:ph type="title"/>
          </p:nvPr>
        </p:nvSpPr>
        <p:spPr>
          <a:xfrm>
            <a:off x="954000" y="1890000"/>
            <a:ext cx="10279200" cy="365100"/>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14" name="Google Shape;114;p20"/>
          <p:cNvSpPr txBox="1"/>
          <p:nvPr>
            <p:ph idx="1" type="body"/>
          </p:nvPr>
        </p:nvSpPr>
        <p:spPr>
          <a:xfrm>
            <a:off x="970139" y="2717600"/>
            <a:ext cx="10251600"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5" name="Google Shape;115;p20"/>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16" name="Google Shape;116;p20"/>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20"/>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p:cSld name="Title and Content Large">
    <p:bg>
      <p:bgPr>
        <a:solidFill>
          <a:schemeClr val="lt1"/>
        </a:solid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954000" y="775255"/>
            <a:ext cx="7361700" cy="365100"/>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20" name="Google Shape;120;p21"/>
          <p:cNvSpPr txBox="1"/>
          <p:nvPr>
            <p:ph idx="1" type="body"/>
          </p:nvPr>
        </p:nvSpPr>
        <p:spPr>
          <a:xfrm>
            <a:off x="970139" y="1367692"/>
            <a:ext cx="10251600" cy="49236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1" name="Google Shape;121;p21"/>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22" name="Google Shape;122;p21"/>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blue">
  <p:cSld name="Title and Content Large blue">
    <p:bg>
      <p:bgPr>
        <a:solidFill>
          <a:schemeClr val="accent1"/>
        </a:solidFill>
      </p:bgPr>
    </p:bg>
    <p:spTree>
      <p:nvGrpSpPr>
        <p:cNvPr id="123" name="Shape 123"/>
        <p:cNvGrpSpPr/>
        <p:nvPr/>
      </p:nvGrpSpPr>
      <p:grpSpPr>
        <a:xfrm>
          <a:off x="0" y="0"/>
          <a:ext cx="0" cy="0"/>
          <a:chOff x="0" y="0"/>
          <a:chExt cx="0" cy="0"/>
        </a:xfrm>
      </p:grpSpPr>
      <p:sp>
        <p:nvSpPr>
          <p:cNvPr id="124" name="Google Shape;124;p22"/>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25" name="Google Shape;125;p22"/>
          <p:cNvSpPr txBox="1"/>
          <p:nvPr>
            <p:ph idx="1" type="body"/>
          </p:nvPr>
        </p:nvSpPr>
        <p:spPr>
          <a:xfrm>
            <a:off x="970139" y="1367692"/>
            <a:ext cx="10251600" cy="49236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chemeClr val="lt1"/>
              </a:buClr>
              <a:buSzPts val="2400"/>
              <a:buNone/>
              <a:defRPr b="0">
                <a:solidFill>
                  <a:schemeClr val="lt1"/>
                </a:solidFill>
              </a:defRPr>
            </a:lvl1pPr>
            <a:lvl2pPr indent="-228600" lvl="1" marL="914400" algn="l">
              <a:lnSpc>
                <a:spcPct val="120000"/>
              </a:lnSpc>
              <a:spcBef>
                <a:spcPts val="900"/>
              </a:spcBef>
              <a:spcAft>
                <a:spcPts val="0"/>
              </a:spcAft>
              <a:buClr>
                <a:schemeClr val="lt1"/>
              </a:buClr>
              <a:buSzPts val="2400"/>
              <a:buNone/>
              <a:defRPr>
                <a:solidFill>
                  <a:schemeClr val="lt1"/>
                </a:solidFill>
              </a:defRPr>
            </a:lvl2pPr>
            <a:lvl3pPr indent="-381000" lvl="2" marL="1371600" algn="l">
              <a:lnSpc>
                <a:spcPct val="120000"/>
              </a:lnSpc>
              <a:spcBef>
                <a:spcPts val="900"/>
              </a:spcBef>
              <a:spcAft>
                <a:spcPts val="0"/>
              </a:spcAft>
              <a:buClr>
                <a:schemeClr val="lt1"/>
              </a:buClr>
              <a:buSzPts val="2400"/>
              <a:buChar char="■"/>
              <a:defRPr>
                <a:solidFill>
                  <a:schemeClr val="lt1"/>
                </a:solidFill>
              </a:defRPr>
            </a:lvl3pPr>
            <a:lvl4pPr indent="-228600" lvl="3" marL="1828800" algn="l">
              <a:lnSpc>
                <a:spcPct val="120000"/>
              </a:lnSpc>
              <a:spcBef>
                <a:spcPts val="900"/>
              </a:spcBef>
              <a:spcAft>
                <a:spcPts val="0"/>
              </a:spcAft>
              <a:buClr>
                <a:schemeClr val="lt1"/>
              </a:buClr>
              <a:buSzPts val="1900"/>
              <a:buNone/>
              <a:defRPr>
                <a:solidFill>
                  <a:schemeClr val="lt1"/>
                </a:solidFill>
              </a:defRPr>
            </a:lvl4pPr>
            <a:lvl5pPr indent="-228600" lvl="4" marL="2286000" algn="l">
              <a:lnSpc>
                <a:spcPct val="120000"/>
              </a:lnSpc>
              <a:spcBef>
                <a:spcPts val="0"/>
              </a:spcBef>
              <a:spcAft>
                <a:spcPts val="0"/>
              </a:spcAft>
              <a:buClr>
                <a:schemeClr val="lt1"/>
              </a:buClr>
              <a:buSzPts val="1900"/>
              <a:buNone/>
              <a:defRPr>
                <a:solidFill>
                  <a:schemeClr val="lt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6" name="Google Shape;126;p22"/>
          <p:cNvSpPr txBox="1"/>
          <p:nvPr>
            <p:ph type="title"/>
          </p:nvPr>
        </p:nvSpPr>
        <p:spPr>
          <a:xfrm>
            <a:off x="954000" y="775255"/>
            <a:ext cx="7361700" cy="365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Content">
  <p:cSld name="Title + Image + Content">
    <p:bg>
      <p:bgPr>
        <a:solidFill>
          <a:schemeClr val="lt1"/>
        </a:solidFill>
      </p:bgPr>
    </p:bg>
    <p:spTree>
      <p:nvGrpSpPr>
        <p:cNvPr id="127" name="Shape 127"/>
        <p:cNvGrpSpPr/>
        <p:nvPr/>
      </p:nvGrpSpPr>
      <p:grpSpPr>
        <a:xfrm>
          <a:off x="0" y="0"/>
          <a:ext cx="0" cy="0"/>
          <a:chOff x="0" y="0"/>
          <a:chExt cx="0" cy="0"/>
        </a:xfrm>
      </p:grpSpPr>
      <p:sp>
        <p:nvSpPr>
          <p:cNvPr id="128" name="Google Shape;128;p23"/>
          <p:cNvSpPr txBox="1"/>
          <p:nvPr>
            <p:ph type="title"/>
          </p:nvPr>
        </p:nvSpPr>
        <p:spPr>
          <a:xfrm>
            <a:off x="954000" y="1890000"/>
            <a:ext cx="10279200" cy="365100"/>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29" name="Google Shape;129;p23"/>
          <p:cNvSpPr txBox="1"/>
          <p:nvPr>
            <p:ph idx="1" type="body"/>
          </p:nvPr>
        </p:nvSpPr>
        <p:spPr>
          <a:xfrm>
            <a:off x="7835952" y="2728800"/>
            <a:ext cx="2959200" cy="31641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30" name="Google Shape;130;p23"/>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31" name="Google Shape;131;p23"/>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32" name="Google Shape;132;p23"/>
          <p:cNvSpPr/>
          <p:nvPr>
            <p:ph idx="2" type="pic"/>
          </p:nvPr>
        </p:nvSpPr>
        <p:spPr>
          <a:xfrm>
            <a:off x="954088" y="2728913"/>
            <a:ext cx="6400800" cy="4129200"/>
          </a:xfrm>
          <a:prstGeom prst="rect">
            <a:avLst/>
          </a:prstGeom>
          <a:noFill/>
          <a:ln>
            <a:noFill/>
          </a:ln>
        </p:spPr>
      </p:sp>
      <p:sp>
        <p:nvSpPr>
          <p:cNvPr id="133" name="Google Shape;133;p2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2 Images">
  <p:cSld name="Title + Content + 2 Images">
    <p:bg>
      <p:bgPr>
        <a:solidFill>
          <a:schemeClr val="lt1"/>
        </a:solidFill>
      </p:bgPr>
    </p:bg>
    <p:spTree>
      <p:nvGrpSpPr>
        <p:cNvPr id="134" name="Shape 134"/>
        <p:cNvGrpSpPr/>
        <p:nvPr/>
      </p:nvGrpSpPr>
      <p:grpSpPr>
        <a:xfrm>
          <a:off x="0" y="0"/>
          <a:ext cx="0" cy="0"/>
          <a:chOff x="0" y="0"/>
          <a:chExt cx="0" cy="0"/>
        </a:xfrm>
      </p:grpSpPr>
      <p:sp>
        <p:nvSpPr>
          <p:cNvPr id="135" name="Google Shape;135;p24"/>
          <p:cNvSpPr txBox="1"/>
          <p:nvPr>
            <p:ph type="title"/>
          </p:nvPr>
        </p:nvSpPr>
        <p:spPr>
          <a:xfrm>
            <a:off x="954000" y="1890000"/>
            <a:ext cx="10279200" cy="365100"/>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9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36" name="Google Shape;136;p24"/>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37" name="Google Shape;137;p24"/>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38" name="Google Shape;138;p24"/>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139" name="Google Shape;139;p24"/>
          <p:cNvSpPr txBox="1"/>
          <p:nvPr>
            <p:ph idx="1" type="body"/>
          </p:nvPr>
        </p:nvSpPr>
        <p:spPr>
          <a:xfrm>
            <a:off x="953999" y="2728800"/>
            <a:ext cx="2959200" cy="31641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40" name="Google Shape;140;p24"/>
          <p:cNvSpPr txBox="1"/>
          <p:nvPr>
            <p:ph idx="2" type="body"/>
          </p:nvPr>
        </p:nvSpPr>
        <p:spPr>
          <a:xfrm>
            <a:off x="8278804" y="2728800"/>
            <a:ext cx="2959200" cy="31641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41" name="Google Shape;141;p24"/>
          <p:cNvSpPr txBox="1"/>
          <p:nvPr>
            <p:ph idx="3" type="body"/>
          </p:nvPr>
        </p:nvSpPr>
        <p:spPr>
          <a:xfrm>
            <a:off x="4613975" y="2728800"/>
            <a:ext cx="2959200" cy="31641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Image">
  <p:cSld name="Full Bleed Image">
    <p:bg>
      <p:bgPr>
        <a:solidFill>
          <a:schemeClr val="accent1"/>
        </a:solidFill>
      </p:bgPr>
    </p:bg>
    <p:spTree>
      <p:nvGrpSpPr>
        <p:cNvPr id="142" name="Shape 142"/>
        <p:cNvGrpSpPr/>
        <p:nvPr/>
      </p:nvGrpSpPr>
      <p:grpSpPr>
        <a:xfrm>
          <a:off x="0" y="0"/>
          <a:ext cx="0" cy="0"/>
          <a:chOff x="0" y="0"/>
          <a:chExt cx="0" cy="0"/>
        </a:xfrm>
      </p:grpSpPr>
      <p:sp>
        <p:nvSpPr>
          <p:cNvPr id="143" name="Google Shape;143;p25"/>
          <p:cNvSpPr/>
          <p:nvPr>
            <p:ph idx="2" type="pic"/>
          </p:nvPr>
        </p:nvSpPr>
        <p:spPr>
          <a:xfrm>
            <a:off x="0" y="0"/>
            <a:ext cx="12192000" cy="68580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ideo">
  <p:cSld name="1_Video">
    <p:bg>
      <p:bgPr>
        <a:solidFill>
          <a:schemeClr val="accent1"/>
        </a:solidFill>
      </p:bgPr>
    </p:bg>
    <p:spTree>
      <p:nvGrpSpPr>
        <p:cNvPr id="144" name="Shape 144"/>
        <p:cNvGrpSpPr/>
        <p:nvPr/>
      </p:nvGrpSpPr>
      <p:grpSpPr>
        <a:xfrm>
          <a:off x="0" y="0"/>
          <a:ext cx="0" cy="0"/>
          <a:chOff x="0" y="0"/>
          <a:chExt cx="0" cy="0"/>
        </a:xfrm>
      </p:grpSpPr>
      <p:sp>
        <p:nvSpPr>
          <p:cNvPr id="145" name="Google Shape;145;p26"/>
          <p:cNvSpPr/>
          <p:nvPr>
            <p:ph idx="2" type="media"/>
          </p:nvPr>
        </p:nvSpPr>
        <p:spPr>
          <a:xfrm>
            <a:off x="140400" y="140400"/>
            <a:ext cx="11916000" cy="6580800"/>
          </a:xfrm>
          <a:prstGeom prst="rect">
            <a:avLst/>
          </a:prstGeom>
          <a:solidFill>
            <a:schemeClr val="lt1"/>
          </a:solidFill>
          <a:ln>
            <a:noFill/>
          </a:ln>
        </p:spPr>
        <p:txBody>
          <a:bodyPr anchorCtr="0" anchor="t" bIns="0" lIns="0" spcFirstLastPara="1" rIns="0" wrap="square" tIns="0">
            <a:noAutofit/>
          </a:bodyPr>
          <a:lstStyle>
            <a:lvl1pPr lvl="0" marR="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lvl="1" marR="0" algn="l">
              <a:lnSpc>
                <a:spcPct val="120000"/>
              </a:lnSpc>
              <a:spcBef>
                <a:spcPts val="900"/>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lvl="2" marR="0" algn="l">
              <a:lnSpc>
                <a:spcPct val="120000"/>
              </a:lnSpc>
              <a:spcBef>
                <a:spcPts val="900"/>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lvl="3" marR="0" algn="l">
              <a:lnSpc>
                <a:spcPct val="120000"/>
              </a:lnSpc>
              <a:spcBef>
                <a:spcPts val="900"/>
              </a:spcBef>
              <a:spcAft>
                <a:spcPts val="0"/>
              </a:spcAft>
              <a:buClr>
                <a:srgbClr val="203232"/>
              </a:buClr>
              <a:buSzPts val="1900"/>
              <a:buFont typeface="Arial"/>
              <a:buNone/>
              <a:defRPr b="0" i="0" sz="1900" u="none" cap="none" strike="noStrike">
                <a:solidFill>
                  <a:srgbClr val="203232"/>
                </a:solidFill>
                <a:latin typeface="Arial"/>
                <a:ea typeface="Arial"/>
                <a:cs typeface="Arial"/>
                <a:sym typeface="Arial"/>
              </a:defRPr>
            </a:lvl4pPr>
            <a:lvl5pPr lvl="4" marR="0" algn="l">
              <a:lnSpc>
                <a:spcPct val="120000"/>
              </a:lnSpc>
              <a:spcBef>
                <a:spcPts val="0"/>
              </a:spcBef>
              <a:spcAft>
                <a:spcPts val="0"/>
              </a:spcAft>
              <a:buClr>
                <a:srgbClr val="203232"/>
              </a:buClr>
              <a:buSzPts val="1900"/>
              <a:buFont typeface="Arial"/>
              <a:buNone/>
              <a:defRPr b="1" i="0" sz="1900" u="none" cap="none" strike="noStrike">
                <a:solidFill>
                  <a:srgbClr val="203232"/>
                </a:solidFill>
                <a:latin typeface="Arial"/>
                <a:ea typeface="Arial"/>
                <a:cs typeface="Arial"/>
                <a:sym typeface="Arial"/>
              </a:defRPr>
            </a:lvl5pPr>
            <a:lvl6pPr lvl="5"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lvl="6"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lvl="7"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lvl="8"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and text" showMasterSp="0">
  <p:cSld name="Icons and text">
    <p:bg>
      <p:bgPr>
        <a:solidFill>
          <a:schemeClr val="lt1"/>
        </a:solidFill>
      </p:bgPr>
    </p:bg>
    <p:spTree>
      <p:nvGrpSpPr>
        <p:cNvPr id="146" name="Shape 146"/>
        <p:cNvGrpSpPr/>
        <p:nvPr/>
      </p:nvGrpSpPr>
      <p:grpSpPr>
        <a:xfrm>
          <a:off x="0" y="0"/>
          <a:ext cx="0" cy="0"/>
          <a:chOff x="0" y="0"/>
          <a:chExt cx="0" cy="0"/>
        </a:xfrm>
      </p:grpSpPr>
      <p:sp>
        <p:nvSpPr>
          <p:cNvPr id="147" name="Google Shape;147;p27"/>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500"/>
              <a:buNone/>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48" name="Google Shape;148;p27"/>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49" name="Google Shape;149;p27"/>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Arial"/>
              <a:ea typeface="Arial"/>
              <a:cs typeface="Arial"/>
              <a:sym typeface="Arial"/>
            </a:endParaRPr>
          </a:p>
        </p:txBody>
      </p:sp>
      <p:sp>
        <p:nvSpPr>
          <p:cNvPr id="150" name="Google Shape;150;p27"/>
          <p:cNvSpPr txBox="1"/>
          <p:nvPr>
            <p:ph idx="1" type="body"/>
          </p:nvPr>
        </p:nvSpPr>
        <p:spPr>
          <a:xfrm>
            <a:off x="970139" y="4079342"/>
            <a:ext cx="3144900" cy="22521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1" name="Google Shape;151;p27"/>
          <p:cNvSpPr txBox="1"/>
          <p:nvPr>
            <p:ph idx="2" type="body"/>
          </p:nvPr>
        </p:nvSpPr>
        <p:spPr>
          <a:xfrm>
            <a:off x="8077200" y="4062209"/>
            <a:ext cx="3144900" cy="22521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2" name="Google Shape;152;p27"/>
          <p:cNvSpPr txBox="1"/>
          <p:nvPr>
            <p:ph idx="3" type="body"/>
          </p:nvPr>
        </p:nvSpPr>
        <p:spPr>
          <a:xfrm>
            <a:off x="4523669" y="4062209"/>
            <a:ext cx="3144900" cy="22521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00"/>
              </a:spcBef>
              <a:spcAft>
                <a:spcPts val="0"/>
              </a:spcAft>
              <a:buClr>
                <a:srgbClr val="203232"/>
              </a:buClr>
              <a:buSzPts val="2400"/>
              <a:buNone/>
              <a:defRPr/>
            </a:lvl2pPr>
            <a:lvl3pPr indent="-381000" lvl="2" marL="1371600" algn="l">
              <a:lnSpc>
                <a:spcPct val="120000"/>
              </a:lnSpc>
              <a:spcBef>
                <a:spcPts val="900"/>
              </a:spcBef>
              <a:spcAft>
                <a:spcPts val="0"/>
              </a:spcAft>
              <a:buClr>
                <a:srgbClr val="203232"/>
              </a:buClr>
              <a:buSzPts val="2400"/>
              <a:buChar char="■"/>
              <a:defRPr/>
            </a:lvl3pPr>
            <a:lvl4pPr indent="-228600" lvl="3" marL="1828800" algn="l">
              <a:lnSpc>
                <a:spcPct val="120000"/>
              </a:lnSpc>
              <a:spcBef>
                <a:spcPts val="900"/>
              </a:spcBef>
              <a:spcAft>
                <a:spcPts val="0"/>
              </a:spcAft>
              <a:buClr>
                <a:srgbClr val="203232"/>
              </a:buClr>
              <a:buSzPts val="1900"/>
              <a:buNone/>
              <a:defRPr/>
            </a:lvl4pPr>
            <a:lvl5pPr indent="-228600" lvl="4" marL="2286000" algn="l">
              <a:lnSpc>
                <a:spcPct val="120000"/>
              </a:lnSpc>
              <a:spcBef>
                <a:spcPts val="0"/>
              </a:spcBef>
              <a:spcAft>
                <a:spcPts val="0"/>
              </a:spcAft>
              <a:buClr>
                <a:schemeClr val="accent4"/>
              </a:buClr>
              <a:buSzPts val="1900"/>
              <a:buNone/>
              <a:defRPr>
                <a:solidFill>
                  <a:schemeClr val="accent4"/>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3" name="Google Shape;153;p27"/>
          <p:cNvSpPr/>
          <p:nvPr>
            <p:ph idx="4" type="pic"/>
          </p:nvPr>
        </p:nvSpPr>
        <p:spPr>
          <a:xfrm>
            <a:off x="1462175" y="1640942"/>
            <a:ext cx="2160300" cy="2160300"/>
          </a:xfrm>
          <a:prstGeom prst="rect">
            <a:avLst/>
          </a:prstGeom>
          <a:noFill/>
          <a:ln>
            <a:noFill/>
          </a:ln>
        </p:spPr>
      </p:sp>
      <p:sp>
        <p:nvSpPr>
          <p:cNvPr id="154" name="Google Shape;154;p27"/>
          <p:cNvSpPr/>
          <p:nvPr>
            <p:ph idx="5" type="pic"/>
          </p:nvPr>
        </p:nvSpPr>
        <p:spPr>
          <a:xfrm>
            <a:off x="5015705" y="1640942"/>
            <a:ext cx="2160300" cy="2160300"/>
          </a:xfrm>
          <a:prstGeom prst="rect">
            <a:avLst/>
          </a:prstGeom>
          <a:noFill/>
          <a:ln>
            <a:noFill/>
          </a:ln>
        </p:spPr>
      </p:sp>
      <p:sp>
        <p:nvSpPr>
          <p:cNvPr id="155" name="Google Shape;155;p27"/>
          <p:cNvSpPr/>
          <p:nvPr>
            <p:ph idx="6" type="pic"/>
          </p:nvPr>
        </p:nvSpPr>
        <p:spPr>
          <a:xfrm>
            <a:off x="8569236" y="1640942"/>
            <a:ext cx="2160300" cy="21603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bg>
      <p:bgPr>
        <a:solidFill>
          <a:schemeClr val="accent1"/>
        </a:solidFill>
      </p:bgPr>
    </p:bg>
    <p:spTree>
      <p:nvGrpSpPr>
        <p:cNvPr id="156" name="Shape 156"/>
        <p:cNvGrpSpPr/>
        <p:nvPr/>
      </p:nvGrpSpPr>
      <p:grpSpPr>
        <a:xfrm>
          <a:off x="0" y="0"/>
          <a:ext cx="0" cy="0"/>
          <a:chOff x="0" y="0"/>
          <a:chExt cx="0" cy="0"/>
        </a:xfrm>
      </p:grpSpPr>
      <p:pic>
        <p:nvPicPr>
          <p:cNvPr id="157" name="Google Shape;157;p28"/>
          <p:cNvPicPr preferRelativeResize="0"/>
          <p:nvPr/>
        </p:nvPicPr>
        <p:blipFill rotWithShape="1">
          <a:blip r:embed="rId2">
            <a:alphaModFix/>
          </a:blip>
          <a:srcRect b="0" l="0" r="0" t="0"/>
          <a:stretch/>
        </p:blipFill>
        <p:spPr>
          <a:xfrm>
            <a:off x="954002" y="5511600"/>
            <a:ext cx="2242796" cy="397958"/>
          </a:xfrm>
          <a:prstGeom prst="rect">
            <a:avLst/>
          </a:prstGeom>
          <a:noFill/>
          <a:ln>
            <a:noFill/>
          </a:ln>
        </p:spPr>
      </p:pic>
      <p:sp>
        <p:nvSpPr>
          <p:cNvPr id="158" name="Google Shape;158;p28"/>
          <p:cNvSpPr txBox="1"/>
          <p:nvPr>
            <p:ph type="ctrTitle"/>
          </p:nvPr>
        </p:nvSpPr>
        <p:spPr>
          <a:xfrm>
            <a:off x="926844" y="1964352"/>
            <a:ext cx="11828700" cy="1051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300"/>
              <a:buFont typeface="Arial"/>
              <a:buNone/>
              <a:defRPr sz="7300">
                <a:solidFill>
                  <a:schemeClr val="lt1"/>
                </a:solidFill>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159" name="Google Shape;159;p28"/>
          <p:cNvSpPr txBox="1"/>
          <p:nvPr>
            <p:ph idx="11" type="ftr"/>
          </p:nvPr>
        </p:nvSpPr>
        <p:spPr>
          <a:xfrm>
            <a:off x="965289" y="779733"/>
            <a:ext cx="7176900" cy="2307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500"/>
              <a:buNone/>
              <a:defRPr>
                <a:solidFill>
                  <a:schemeClr val="lt1"/>
                </a:solidFill>
              </a:defRPr>
            </a:lvl1pPr>
            <a:lvl2pPr lvl="1" algn="l">
              <a:spcBef>
                <a:spcPts val="0"/>
              </a:spcBef>
              <a:spcAft>
                <a:spcPts val="0"/>
              </a:spcAft>
              <a:buSzPts val="1500"/>
              <a:buNone/>
              <a:defRPr/>
            </a:lvl2pPr>
            <a:lvl3pPr lvl="2" algn="l">
              <a:spcBef>
                <a:spcPts val="0"/>
              </a:spcBef>
              <a:spcAft>
                <a:spcPts val="0"/>
              </a:spcAft>
              <a:buSzPts val="1500"/>
              <a:buNone/>
              <a:defRPr/>
            </a:lvl3pPr>
            <a:lvl4pPr lvl="3" algn="l">
              <a:spcBef>
                <a:spcPts val="0"/>
              </a:spcBef>
              <a:spcAft>
                <a:spcPts val="0"/>
              </a:spcAft>
              <a:buSzPts val="1500"/>
              <a:buNone/>
              <a:defRPr/>
            </a:lvl4pPr>
            <a:lvl5pPr lvl="4" algn="l">
              <a:spcBef>
                <a:spcPts val="0"/>
              </a:spcBef>
              <a:spcAft>
                <a:spcPts val="0"/>
              </a:spcAft>
              <a:buSzPts val="1500"/>
              <a:buNone/>
              <a:defRPr/>
            </a:lvl5pPr>
            <a:lvl6pPr lvl="5" algn="l">
              <a:spcBef>
                <a:spcPts val="0"/>
              </a:spcBef>
              <a:spcAft>
                <a:spcPts val="0"/>
              </a:spcAft>
              <a:buSzPts val="1500"/>
              <a:buNone/>
              <a:defRPr/>
            </a:lvl6pPr>
            <a:lvl7pPr lvl="6" algn="l">
              <a:spcBef>
                <a:spcPts val="0"/>
              </a:spcBef>
              <a:spcAft>
                <a:spcPts val="0"/>
              </a:spcAft>
              <a:buSzPts val="1500"/>
              <a:buNone/>
              <a:defRPr/>
            </a:lvl7pPr>
            <a:lvl8pPr lvl="7" algn="l">
              <a:spcBef>
                <a:spcPts val="0"/>
              </a:spcBef>
              <a:spcAft>
                <a:spcPts val="0"/>
              </a:spcAft>
              <a:buSzPts val="1500"/>
              <a:buNone/>
              <a:defRPr/>
            </a:lvl8pPr>
            <a:lvl9pPr lvl="8" algn="l">
              <a:spcBef>
                <a:spcPts val="0"/>
              </a:spcBef>
              <a:spcAft>
                <a:spcPts val="0"/>
              </a:spcAft>
              <a:buSzPts val="1500"/>
              <a:buNone/>
              <a:defRPr/>
            </a:lvl9pPr>
          </a:lstStyle>
          <a:p/>
        </p:txBody>
      </p:sp>
      <p:sp>
        <p:nvSpPr>
          <p:cNvPr id="160" name="Google Shape;160;p28"/>
          <p:cNvSpPr txBox="1"/>
          <p:nvPr>
            <p:ph idx="12" type="sldNum"/>
          </p:nvPr>
        </p:nvSpPr>
        <p:spPr>
          <a:xfrm>
            <a:off x="10616400" y="779733"/>
            <a:ext cx="622800" cy="230700"/>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203232"/>
              </a:buClr>
              <a:buSzPts val="3600"/>
              <a:buFont typeface="Arial"/>
              <a:buNone/>
              <a:defRPr b="1" i="0" sz="3600" u="none" cap="none" strike="noStrik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70139" y="2717600"/>
            <a:ext cx="10279150" cy="3175200"/>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indent="-228600" lvl="1" marL="914400"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indent="-381000" lvl="2" marL="1371600"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indent="-228600" lvl="3" marL="1828800"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indent="-228600" lvl="4" marL="2286000"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500" u="none" cap="none" strike="noStrike">
                <a:solidFill>
                  <a:srgbClr val="8A8D8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1" i="0" sz="1500" u="none" cap="none" strike="noStrike">
                <a:solidFill>
                  <a:srgbClr val="8A8D8D"/>
                </a:solidFill>
                <a:latin typeface="Arial"/>
                <a:ea typeface="Arial"/>
                <a:cs typeface="Arial"/>
                <a:sym typeface="Arial"/>
              </a:defRPr>
            </a:lvl1pPr>
            <a:lvl2pPr indent="0" lvl="1" marL="0" marR="0" rtl="0" algn="r">
              <a:spcBef>
                <a:spcPts val="0"/>
              </a:spcBef>
              <a:buNone/>
              <a:defRPr b="1" i="0" sz="1500" u="none" cap="none" strike="noStrike">
                <a:solidFill>
                  <a:srgbClr val="8A8D8D"/>
                </a:solidFill>
                <a:latin typeface="Arial"/>
                <a:ea typeface="Arial"/>
                <a:cs typeface="Arial"/>
                <a:sym typeface="Arial"/>
              </a:defRPr>
            </a:lvl2pPr>
            <a:lvl3pPr indent="0" lvl="2" marL="0" marR="0" rtl="0" algn="r">
              <a:spcBef>
                <a:spcPts val="0"/>
              </a:spcBef>
              <a:buNone/>
              <a:defRPr b="1" i="0" sz="1500" u="none" cap="none" strike="noStrike">
                <a:solidFill>
                  <a:srgbClr val="8A8D8D"/>
                </a:solidFill>
                <a:latin typeface="Arial"/>
                <a:ea typeface="Arial"/>
                <a:cs typeface="Arial"/>
                <a:sym typeface="Arial"/>
              </a:defRPr>
            </a:lvl3pPr>
            <a:lvl4pPr indent="0" lvl="3" marL="0" marR="0" rtl="0" algn="r">
              <a:spcBef>
                <a:spcPts val="0"/>
              </a:spcBef>
              <a:buNone/>
              <a:defRPr b="1" i="0" sz="1500" u="none" cap="none" strike="noStrike">
                <a:solidFill>
                  <a:srgbClr val="8A8D8D"/>
                </a:solidFill>
                <a:latin typeface="Arial"/>
                <a:ea typeface="Arial"/>
                <a:cs typeface="Arial"/>
                <a:sym typeface="Arial"/>
              </a:defRPr>
            </a:lvl4pPr>
            <a:lvl5pPr indent="0" lvl="4" marL="0" marR="0" rtl="0" algn="r">
              <a:spcBef>
                <a:spcPts val="0"/>
              </a:spcBef>
              <a:buNone/>
              <a:defRPr b="1" i="0" sz="1500" u="none" cap="none" strike="noStrike">
                <a:solidFill>
                  <a:srgbClr val="8A8D8D"/>
                </a:solidFill>
                <a:latin typeface="Arial"/>
                <a:ea typeface="Arial"/>
                <a:cs typeface="Arial"/>
                <a:sym typeface="Arial"/>
              </a:defRPr>
            </a:lvl5pPr>
            <a:lvl6pPr indent="0" lvl="5" marL="0" marR="0" rtl="0" algn="r">
              <a:spcBef>
                <a:spcPts val="0"/>
              </a:spcBef>
              <a:buNone/>
              <a:defRPr b="1" i="0" sz="1500" u="none" cap="none" strike="noStrike">
                <a:solidFill>
                  <a:srgbClr val="8A8D8D"/>
                </a:solidFill>
                <a:latin typeface="Arial"/>
                <a:ea typeface="Arial"/>
                <a:cs typeface="Arial"/>
                <a:sym typeface="Arial"/>
              </a:defRPr>
            </a:lvl6pPr>
            <a:lvl7pPr indent="0" lvl="6" marL="0" marR="0" rtl="0" algn="r">
              <a:spcBef>
                <a:spcPts val="0"/>
              </a:spcBef>
              <a:buNone/>
              <a:defRPr b="1" i="0" sz="1500" u="none" cap="none" strike="noStrike">
                <a:solidFill>
                  <a:srgbClr val="8A8D8D"/>
                </a:solidFill>
                <a:latin typeface="Arial"/>
                <a:ea typeface="Arial"/>
                <a:cs typeface="Arial"/>
                <a:sym typeface="Arial"/>
              </a:defRPr>
            </a:lvl7pPr>
            <a:lvl8pPr indent="0" lvl="7" marL="0" marR="0" rtl="0" algn="r">
              <a:spcBef>
                <a:spcPts val="0"/>
              </a:spcBef>
              <a:buNone/>
              <a:defRPr b="1" i="0" sz="1500" u="none" cap="none" strike="noStrike">
                <a:solidFill>
                  <a:srgbClr val="8A8D8D"/>
                </a:solidFill>
                <a:latin typeface="Arial"/>
                <a:ea typeface="Arial"/>
                <a:cs typeface="Arial"/>
                <a:sym typeface="Arial"/>
              </a:defRPr>
            </a:lvl8pPr>
            <a:lvl9pPr indent="0" lvl="8" marL="0" marR="0" rtl="0" algn="r">
              <a:spcBef>
                <a:spcPts val="0"/>
              </a:spcBef>
              <a:buNone/>
              <a:defRPr b="1" i="0" sz="1500" u="none" cap="none" strike="noStrike">
                <a:solidFill>
                  <a:srgbClr val="8A8D8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5"/>
          <p:cNvSpPr txBox="1"/>
          <p:nvPr>
            <p:ph type="title"/>
          </p:nvPr>
        </p:nvSpPr>
        <p:spPr>
          <a:xfrm>
            <a:off x="954000" y="1890000"/>
            <a:ext cx="10279200" cy="3651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rgbClr val="203232"/>
              </a:buClr>
              <a:buSzPts val="3600"/>
              <a:buFont typeface="Arial"/>
              <a:buNone/>
              <a:defRPr b="1" i="0" sz="3600" u="none" cap="none" strike="noStrike">
                <a:solidFill>
                  <a:srgbClr val="203232"/>
                </a:solidFill>
                <a:latin typeface="Arial"/>
                <a:ea typeface="Arial"/>
                <a:cs typeface="Arial"/>
                <a:sym typeface="Arial"/>
              </a:defRPr>
            </a:lvl1pPr>
            <a:lvl2pPr lvl="1">
              <a:spcBef>
                <a:spcPts val="0"/>
              </a:spcBef>
              <a:spcAft>
                <a:spcPts val="0"/>
              </a:spcAft>
              <a:buSzPts val="1500"/>
              <a:buNone/>
              <a:defRPr sz="1900"/>
            </a:lvl2pPr>
            <a:lvl3pPr lvl="2">
              <a:spcBef>
                <a:spcPts val="0"/>
              </a:spcBef>
              <a:spcAft>
                <a:spcPts val="0"/>
              </a:spcAft>
              <a:buSzPts val="1500"/>
              <a:buNone/>
              <a:defRPr sz="1900"/>
            </a:lvl3pPr>
            <a:lvl4pPr lvl="3">
              <a:spcBef>
                <a:spcPts val="0"/>
              </a:spcBef>
              <a:spcAft>
                <a:spcPts val="0"/>
              </a:spcAft>
              <a:buSzPts val="1500"/>
              <a:buNone/>
              <a:defRPr sz="1900"/>
            </a:lvl4pPr>
            <a:lvl5pPr lvl="4">
              <a:spcBef>
                <a:spcPts val="0"/>
              </a:spcBef>
              <a:spcAft>
                <a:spcPts val="0"/>
              </a:spcAft>
              <a:buSzPts val="1500"/>
              <a:buNone/>
              <a:defRPr sz="1900"/>
            </a:lvl5pPr>
            <a:lvl6pPr lvl="5">
              <a:spcBef>
                <a:spcPts val="0"/>
              </a:spcBef>
              <a:spcAft>
                <a:spcPts val="0"/>
              </a:spcAft>
              <a:buSzPts val="1500"/>
              <a:buNone/>
              <a:defRPr sz="1900"/>
            </a:lvl6pPr>
            <a:lvl7pPr lvl="6">
              <a:spcBef>
                <a:spcPts val="0"/>
              </a:spcBef>
              <a:spcAft>
                <a:spcPts val="0"/>
              </a:spcAft>
              <a:buSzPts val="1500"/>
              <a:buNone/>
              <a:defRPr sz="1900"/>
            </a:lvl7pPr>
            <a:lvl8pPr lvl="7">
              <a:spcBef>
                <a:spcPts val="0"/>
              </a:spcBef>
              <a:spcAft>
                <a:spcPts val="0"/>
              </a:spcAft>
              <a:buSzPts val="1500"/>
              <a:buNone/>
              <a:defRPr sz="1900"/>
            </a:lvl8pPr>
            <a:lvl9pPr lvl="8">
              <a:spcBef>
                <a:spcPts val="0"/>
              </a:spcBef>
              <a:spcAft>
                <a:spcPts val="0"/>
              </a:spcAft>
              <a:buSzPts val="1500"/>
              <a:buNone/>
              <a:defRPr sz="1900"/>
            </a:lvl9pPr>
          </a:lstStyle>
          <a:p/>
        </p:txBody>
      </p:sp>
      <p:sp>
        <p:nvSpPr>
          <p:cNvPr id="87" name="Google Shape;87;p15"/>
          <p:cNvSpPr txBox="1"/>
          <p:nvPr>
            <p:ph idx="1" type="body"/>
          </p:nvPr>
        </p:nvSpPr>
        <p:spPr>
          <a:xfrm>
            <a:off x="970139" y="2717600"/>
            <a:ext cx="10279200" cy="31752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indent="-228600" lvl="1" marL="914400" marR="0" algn="l">
              <a:lnSpc>
                <a:spcPct val="120000"/>
              </a:lnSpc>
              <a:spcBef>
                <a:spcPts val="900"/>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indent="-381000" lvl="2" marL="1371600" marR="0" algn="l">
              <a:lnSpc>
                <a:spcPct val="120000"/>
              </a:lnSpc>
              <a:spcBef>
                <a:spcPts val="900"/>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indent="-228600" lvl="3" marL="1828800" marR="0" algn="l">
              <a:lnSpc>
                <a:spcPct val="120000"/>
              </a:lnSpc>
              <a:spcBef>
                <a:spcPts val="900"/>
              </a:spcBef>
              <a:spcAft>
                <a:spcPts val="0"/>
              </a:spcAft>
              <a:buClr>
                <a:srgbClr val="203232"/>
              </a:buClr>
              <a:buSzPts val="1900"/>
              <a:buFont typeface="Arial"/>
              <a:buNone/>
              <a:defRPr b="0" i="0" sz="1900" u="none" cap="none" strike="noStrike">
                <a:solidFill>
                  <a:srgbClr val="203232"/>
                </a:solidFill>
                <a:latin typeface="Arial"/>
                <a:ea typeface="Arial"/>
                <a:cs typeface="Arial"/>
                <a:sym typeface="Arial"/>
              </a:defRPr>
            </a:lvl4pPr>
            <a:lvl5pPr indent="-228600" lvl="4" marL="2286000" marR="0" algn="l">
              <a:lnSpc>
                <a:spcPct val="120000"/>
              </a:lnSpc>
              <a:spcBef>
                <a:spcPts val="0"/>
              </a:spcBef>
              <a:spcAft>
                <a:spcPts val="0"/>
              </a:spcAft>
              <a:buClr>
                <a:srgbClr val="203232"/>
              </a:buClr>
              <a:buSzPts val="1900"/>
              <a:buFont typeface="Arial"/>
              <a:buNone/>
              <a:defRPr b="1" i="0" sz="1900" u="none" cap="none" strike="noStrike">
                <a:solidFill>
                  <a:srgbClr val="203232"/>
                </a:solidFill>
                <a:latin typeface="Arial"/>
                <a:ea typeface="Arial"/>
                <a:cs typeface="Arial"/>
                <a:sym typeface="Arial"/>
              </a:defRPr>
            </a:lvl5pPr>
            <a:lvl6pPr indent="-349250" lvl="5" marL="27432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88" name="Google Shape;88;p15"/>
          <p:cNvSpPr txBox="1"/>
          <p:nvPr>
            <p:ph idx="11" type="ftr"/>
          </p:nvPr>
        </p:nvSpPr>
        <p:spPr>
          <a:xfrm>
            <a:off x="970139" y="775255"/>
            <a:ext cx="7176900" cy="2307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500"/>
              <a:buNone/>
              <a:defRPr b="0" i="0" sz="1500" u="none" cap="none" strike="noStrike">
                <a:solidFill>
                  <a:srgbClr val="8A8D8D"/>
                </a:solidFill>
                <a:latin typeface="Arial"/>
                <a:ea typeface="Arial"/>
                <a:cs typeface="Arial"/>
                <a:sym typeface="Arial"/>
              </a:defRPr>
            </a:lvl1pPr>
            <a:lvl2pPr lvl="1" marR="0" algn="l">
              <a:spcBef>
                <a:spcPts val="0"/>
              </a:spcBef>
              <a:spcAft>
                <a:spcPts val="0"/>
              </a:spcAft>
              <a:buSzPts val="1500"/>
              <a:buNone/>
              <a:defRPr b="0" i="0" sz="1900" u="none" cap="none" strike="noStrike">
                <a:solidFill>
                  <a:schemeClr val="dk1"/>
                </a:solidFill>
                <a:latin typeface="Arial"/>
                <a:ea typeface="Arial"/>
                <a:cs typeface="Arial"/>
                <a:sym typeface="Arial"/>
              </a:defRPr>
            </a:lvl2pPr>
            <a:lvl3pPr lvl="2" marR="0" algn="l">
              <a:spcBef>
                <a:spcPts val="0"/>
              </a:spcBef>
              <a:spcAft>
                <a:spcPts val="0"/>
              </a:spcAft>
              <a:buSzPts val="1500"/>
              <a:buNone/>
              <a:defRPr b="0" i="0" sz="1900" u="none" cap="none" strike="noStrike">
                <a:solidFill>
                  <a:schemeClr val="dk1"/>
                </a:solidFill>
                <a:latin typeface="Arial"/>
                <a:ea typeface="Arial"/>
                <a:cs typeface="Arial"/>
                <a:sym typeface="Arial"/>
              </a:defRPr>
            </a:lvl3pPr>
            <a:lvl4pPr lvl="3" marR="0" algn="l">
              <a:spcBef>
                <a:spcPts val="0"/>
              </a:spcBef>
              <a:spcAft>
                <a:spcPts val="0"/>
              </a:spcAft>
              <a:buSzPts val="1500"/>
              <a:buNone/>
              <a:defRPr b="0" i="0" sz="1900" u="none" cap="none" strike="noStrike">
                <a:solidFill>
                  <a:schemeClr val="dk1"/>
                </a:solidFill>
                <a:latin typeface="Arial"/>
                <a:ea typeface="Arial"/>
                <a:cs typeface="Arial"/>
                <a:sym typeface="Arial"/>
              </a:defRPr>
            </a:lvl4pPr>
            <a:lvl5pPr lvl="4" marR="0" algn="l">
              <a:spcBef>
                <a:spcPts val="0"/>
              </a:spcBef>
              <a:spcAft>
                <a:spcPts val="0"/>
              </a:spcAft>
              <a:buSzPts val="1500"/>
              <a:buNone/>
              <a:defRPr b="0" i="0" sz="1900" u="none" cap="none" strike="noStrike">
                <a:solidFill>
                  <a:schemeClr val="dk1"/>
                </a:solidFill>
                <a:latin typeface="Arial"/>
                <a:ea typeface="Arial"/>
                <a:cs typeface="Arial"/>
                <a:sym typeface="Arial"/>
              </a:defRPr>
            </a:lvl5pPr>
            <a:lvl6pPr lvl="5" marR="0" algn="l">
              <a:spcBef>
                <a:spcPts val="0"/>
              </a:spcBef>
              <a:spcAft>
                <a:spcPts val="0"/>
              </a:spcAft>
              <a:buSzPts val="1500"/>
              <a:buNone/>
              <a:defRPr b="0" i="0" sz="1900" u="none" cap="none" strike="noStrike">
                <a:solidFill>
                  <a:schemeClr val="dk1"/>
                </a:solidFill>
                <a:latin typeface="Arial"/>
                <a:ea typeface="Arial"/>
                <a:cs typeface="Arial"/>
                <a:sym typeface="Arial"/>
              </a:defRPr>
            </a:lvl6pPr>
            <a:lvl7pPr lvl="6" marR="0" algn="l">
              <a:spcBef>
                <a:spcPts val="0"/>
              </a:spcBef>
              <a:spcAft>
                <a:spcPts val="0"/>
              </a:spcAft>
              <a:buSzPts val="1500"/>
              <a:buNone/>
              <a:defRPr b="0" i="0" sz="1900" u="none" cap="none" strike="noStrike">
                <a:solidFill>
                  <a:schemeClr val="dk1"/>
                </a:solidFill>
                <a:latin typeface="Arial"/>
                <a:ea typeface="Arial"/>
                <a:cs typeface="Arial"/>
                <a:sym typeface="Arial"/>
              </a:defRPr>
            </a:lvl7pPr>
            <a:lvl8pPr lvl="7" marR="0" algn="l">
              <a:spcBef>
                <a:spcPts val="0"/>
              </a:spcBef>
              <a:spcAft>
                <a:spcPts val="0"/>
              </a:spcAft>
              <a:buSzPts val="1500"/>
              <a:buNone/>
              <a:defRPr b="0" i="0" sz="1900" u="none" cap="none" strike="noStrike">
                <a:solidFill>
                  <a:schemeClr val="dk1"/>
                </a:solidFill>
                <a:latin typeface="Arial"/>
                <a:ea typeface="Arial"/>
                <a:cs typeface="Arial"/>
                <a:sym typeface="Arial"/>
              </a:defRPr>
            </a:lvl8pPr>
            <a:lvl9pPr lvl="8" marR="0" algn="l">
              <a:spcBef>
                <a:spcPts val="0"/>
              </a:spcBef>
              <a:spcAft>
                <a:spcPts val="0"/>
              </a:spcAft>
              <a:buSzPts val="1500"/>
              <a:buNone/>
              <a:defRPr b="0" i="0" sz="1900" u="none" cap="none" strike="noStrike">
                <a:solidFill>
                  <a:schemeClr val="dk1"/>
                </a:solidFill>
                <a:latin typeface="Arial"/>
                <a:ea typeface="Arial"/>
                <a:cs typeface="Arial"/>
                <a:sym typeface="Arial"/>
              </a:defRPr>
            </a:lvl9pPr>
          </a:lstStyle>
          <a:p/>
        </p:txBody>
      </p:sp>
      <p:sp>
        <p:nvSpPr>
          <p:cNvPr id="89" name="Google Shape;89;p15"/>
          <p:cNvSpPr txBox="1"/>
          <p:nvPr>
            <p:ph idx="12" type="sldNum"/>
          </p:nvPr>
        </p:nvSpPr>
        <p:spPr>
          <a:xfrm>
            <a:off x="9821333" y="783355"/>
            <a:ext cx="1400400" cy="231000"/>
          </a:xfrm>
          <a:prstGeom prst="rect">
            <a:avLst/>
          </a:prstGeom>
          <a:noFill/>
          <a:ln>
            <a:noFill/>
          </a:ln>
        </p:spPr>
        <p:txBody>
          <a:bodyPr anchorCtr="0" anchor="t" bIns="0" lIns="0" spcFirstLastPara="1" rIns="0" wrap="square" tIns="0">
            <a:spAutoFit/>
          </a:bodyPr>
          <a:lstStyle>
            <a:lvl1pPr indent="0" lvl="0" marL="0" marR="0" algn="r">
              <a:spcBef>
                <a:spcPts val="0"/>
              </a:spcBef>
              <a:buNone/>
              <a:defRPr b="1" i="0" sz="1500" u="none" cap="none" strike="noStrike">
                <a:solidFill>
                  <a:srgbClr val="8A8D8D"/>
                </a:solidFill>
                <a:latin typeface="Arial"/>
                <a:ea typeface="Arial"/>
                <a:cs typeface="Arial"/>
                <a:sym typeface="Arial"/>
              </a:defRPr>
            </a:lvl1pPr>
            <a:lvl2pPr indent="0" lvl="1" marL="0" marR="0" algn="r">
              <a:spcBef>
                <a:spcPts val="0"/>
              </a:spcBef>
              <a:buNone/>
              <a:defRPr b="1" i="0" sz="1500" u="none" cap="none" strike="noStrike">
                <a:solidFill>
                  <a:srgbClr val="8A8D8D"/>
                </a:solidFill>
                <a:latin typeface="Arial"/>
                <a:ea typeface="Arial"/>
                <a:cs typeface="Arial"/>
                <a:sym typeface="Arial"/>
              </a:defRPr>
            </a:lvl2pPr>
            <a:lvl3pPr indent="0" lvl="2" marL="0" marR="0" algn="r">
              <a:spcBef>
                <a:spcPts val="0"/>
              </a:spcBef>
              <a:buNone/>
              <a:defRPr b="1" i="0" sz="1500" u="none" cap="none" strike="noStrike">
                <a:solidFill>
                  <a:srgbClr val="8A8D8D"/>
                </a:solidFill>
                <a:latin typeface="Arial"/>
                <a:ea typeface="Arial"/>
                <a:cs typeface="Arial"/>
                <a:sym typeface="Arial"/>
              </a:defRPr>
            </a:lvl3pPr>
            <a:lvl4pPr indent="0" lvl="3" marL="0" marR="0" algn="r">
              <a:spcBef>
                <a:spcPts val="0"/>
              </a:spcBef>
              <a:buNone/>
              <a:defRPr b="1" i="0" sz="1500" u="none" cap="none" strike="noStrike">
                <a:solidFill>
                  <a:srgbClr val="8A8D8D"/>
                </a:solidFill>
                <a:latin typeface="Arial"/>
                <a:ea typeface="Arial"/>
                <a:cs typeface="Arial"/>
                <a:sym typeface="Arial"/>
              </a:defRPr>
            </a:lvl4pPr>
            <a:lvl5pPr indent="0" lvl="4" marL="0" marR="0" algn="r">
              <a:spcBef>
                <a:spcPts val="0"/>
              </a:spcBef>
              <a:buNone/>
              <a:defRPr b="1" i="0" sz="1500" u="none" cap="none" strike="noStrike">
                <a:solidFill>
                  <a:srgbClr val="8A8D8D"/>
                </a:solidFill>
                <a:latin typeface="Arial"/>
                <a:ea typeface="Arial"/>
                <a:cs typeface="Arial"/>
                <a:sym typeface="Arial"/>
              </a:defRPr>
            </a:lvl5pPr>
            <a:lvl6pPr indent="0" lvl="5" marL="0" marR="0" algn="r">
              <a:spcBef>
                <a:spcPts val="0"/>
              </a:spcBef>
              <a:buNone/>
              <a:defRPr b="1" i="0" sz="1500" u="none" cap="none" strike="noStrike">
                <a:solidFill>
                  <a:srgbClr val="8A8D8D"/>
                </a:solidFill>
                <a:latin typeface="Arial"/>
                <a:ea typeface="Arial"/>
                <a:cs typeface="Arial"/>
                <a:sym typeface="Arial"/>
              </a:defRPr>
            </a:lvl6pPr>
            <a:lvl7pPr indent="0" lvl="6" marL="0" marR="0" algn="r">
              <a:spcBef>
                <a:spcPts val="0"/>
              </a:spcBef>
              <a:buNone/>
              <a:defRPr b="1" i="0" sz="1500" u="none" cap="none" strike="noStrike">
                <a:solidFill>
                  <a:srgbClr val="8A8D8D"/>
                </a:solidFill>
                <a:latin typeface="Arial"/>
                <a:ea typeface="Arial"/>
                <a:cs typeface="Arial"/>
                <a:sym typeface="Arial"/>
              </a:defRPr>
            </a:lvl7pPr>
            <a:lvl8pPr indent="0" lvl="7" marL="0" marR="0" algn="r">
              <a:spcBef>
                <a:spcPts val="0"/>
              </a:spcBef>
              <a:buNone/>
              <a:defRPr b="1" i="0" sz="1500" u="none" cap="none" strike="noStrike">
                <a:solidFill>
                  <a:srgbClr val="8A8D8D"/>
                </a:solidFill>
                <a:latin typeface="Arial"/>
                <a:ea typeface="Arial"/>
                <a:cs typeface="Arial"/>
                <a:sym typeface="Arial"/>
              </a:defRPr>
            </a:lvl8pPr>
            <a:lvl9pPr indent="0" lvl="8" marL="0" marR="0" algn="r">
              <a:spcBef>
                <a:spcPts val="0"/>
              </a:spcBef>
              <a:buNone/>
              <a:defRPr b="1" i="0" sz="1500" u="none" cap="none" strike="noStrike">
                <a:solidFill>
                  <a:srgbClr val="8A8D8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29"/>
          <p:cNvSpPr txBox="1"/>
          <p:nvPr>
            <p:ph type="ctrTitle"/>
          </p:nvPr>
        </p:nvSpPr>
        <p:spPr>
          <a:xfrm>
            <a:off x="897333" y="2355367"/>
            <a:ext cx="11148300" cy="14388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chemeClr val="lt1"/>
              </a:buClr>
              <a:buSzPct val="107142"/>
              <a:buFont typeface="Arial"/>
              <a:buNone/>
            </a:pPr>
            <a:r>
              <a:rPr lang="en-GB" sz="7000"/>
              <a:t>Research Question – </a:t>
            </a:r>
            <a:endParaRPr sz="2700"/>
          </a:p>
          <a:p>
            <a:pPr indent="0" lvl="0" marL="0" rtl="0" algn="l">
              <a:lnSpc>
                <a:spcPct val="100000"/>
              </a:lnSpc>
              <a:spcBef>
                <a:spcPts val="0"/>
              </a:spcBef>
              <a:spcAft>
                <a:spcPts val="0"/>
              </a:spcAft>
              <a:buClr>
                <a:schemeClr val="lt1"/>
              </a:buClr>
              <a:buSzPct val="187500"/>
              <a:buFont typeface="Arial"/>
              <a:buNone/>
            </a:pPr>
            <a:r>
              <a:t/>
            </a:r>
            <a:endParaRPr sz="4000"/>
          </a:p>
          <a:p>
            <a:pPr indent="0" lvl="0" marL="0" rtl="0" algn="l">
              <a:lnSpc>
                <a:spcPct val="100000"/>
              </a:lnSpc>
              <a:spcBef>
                <a:spcPts val="0"/>
              </a:spcBef>
              <a:spcAft>
                <a:spcPts val="0"/>
              </a:spcAft>
              <a:buClr>
                <a:schemeClr val="lt1"/>
              </a:buClr>
              <a:buSzPct val="187500"/>
              <a:buFont typeface="Arial"/>
              <a:buNone/>
            </a:pPr>
            <a:r>
              <a:rPr lang="en-GB" sz="4000"/>
              <a:t>Tutorial Presentation for Feedback</a:t>
            </a:r>
            <a:endParaRPr sz="4000"/>
          </a:p>
          <a:p>
            <a:pPr indent="0" lvl="0" marL="0" rtl="0" algn="l">
              <a:lnSpc>
                <a:spcPct val="100000"/>
              </a:lnSpc>
              <a:spcBef>
                <a:spcPts val="0"/>
              </a:spcBef>
              <a:spcAft>
                <a:spcPts val="0"/>
              </a:spcAft>
              <a:buClr>
                <a:schemeClr val="lt1"/>
              </a:buClr>
              <a:buSzPct val="187500"/>
              <a:buFont typeface="Arial"/>
              <a:buNone/>
            </a:pPr>
            <a:r>
              <a:t/>
            </a:r>
            <a:endParaRPr sz="4000"/>
          </a:p>
          <a:p>
            <a:pPr indent="0" lvl="0" marL="0" rtl="0" algn="l">
              <a:lnSpc>
                <a:spcPct val="100000"/>
              </a:lnSpc>
              <a:spcBef>
                <a:spcPts val="0"/>
              </a:spcBef>
              <a:spcAft>
                <a:spcPts val="0"/>
              </a:spcAft>
              <a:buClr>
                <a:schemeClr val="lt1"/>
              </a:buClr>
              <a:buSzPct val="326086"/>
              <a:buFont typeface="Arial"/>
              <a:buNone/>
            </a:pPr>
            <a:r>
              <a:rPr lang="en-GB" sz="2300"/>
              <a:t>Date: 17 November 2025</a:t>
            </a:r>
            <a:br>
              <a:rPr lang="en-GB" sz="8000"/>
            </a:br>
            <a:endParaRPr/>
          </a:p>
        </p:txBody>
      </p:sp>
      <p:sp>
        <p:nvSpPr>
          <p:cNvPr id="166" name="Google Shape;166;p29"/>
          <p:cNvSpPr txBox="1"/>
          <p:nvPr>
            <p:ph idx="1" type="subTitle"/>
          </p:nvPr>
        </p:nvSpPr>
        <p:spPr>
          <a:xfrm>
            <a:off x="954000" y="1890000"/>
            <a:ext cx="10031100" cy="360000"/>
          </a:xfrm>
          <a:prstGeom prst="rect">
            <a:avLst/>
          </a:prstGeom>
          <a:noFill/>
          <a:ln>
            <a:noFill/>
          </a:ln>
        </p:spPr>
        <p:txBody>
          <a:bodyPr anchorCtr="0" anchor="t" bIns="0" lIns="0" spcFirstLastPara="1" rIns="0" wrap="square" tIns="0">
            <a:noAutofit/>
          </a:bodyPr>
          <a:lstStyle/>
          <a:p>
            <a:pPr indent="0" lvl="0" marL="0" rtl="0" algn="l">
              <a:lnSpc>
                <a:spcPct val="144000"/>
              </a:lnSpc>
              <a:spcBef>
                <a:spcPts val="0"/>
              </a:spcBef>
              <a:spcAft>
                <a:spcPts val="0"/>
              </a:spcAft>
              <a:buClr>
                <a:schemeClr val="lt1"/>
              </a:buClr>
              <a:buSzPts val="2000"/>
              <a:buNone/>
            </a:pPr>
            <a:r>
              <a:rPr lang="en-GB" sz="2000"/>
              <a:t>Group Name:  Group  A14                                               Kevin Kogo</a:t>
            </a:r>
            <a:endParaRPr/>
          </a:p>
        </p:txBody>
      </p:sp>
      <p:sp>
        <p:nvSpPr>
          <p:cNvPr id="167" name="Google Shape;167;p29"/>
          <p:cNvSpPr txBox="1"/>
          <p:nvPr>
            <p:ph idx="11" type="ftr"/>
          </p:nvPr>
        </p:nvSpPr>
        <p:spPr>
          <a:xfrm>
            <a:off x="965289" y="298989"/>
            <a:ext cx="10455600" cy="73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7COM1079-2025  Student Group No:   Group A14                 Names of Student Attendees : Kevin Kogo ,Samuel, Kelvin,</a:t>
            </a:r>
            <a:endParaRPr/>
          </a:p>
          <a:p>
            <a:pPr indent="0" lvl="0" marL="0" rtl="0" algn="l">
              <a:spcBef>
                <a:spcPts val="0"/>
              </a:spcBef>
              <a:spcAft>
                <a:spcPts val="0"/>
              </a:spcAft>
              <a:buNone/>
            </a:pPr>
            <a:r>
              <a:rPr lang="en-GB"/>
              <a:t>                                                                                                                                                  Daniel Tule ,  Gideon ganah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idx="1" type="subTitle"/>
          </p:nvPr>
        </p:nvSpPr>
        <p:spPr>
          <a:xfrm>
            <a:off x="965289" y="1147638"/>
            <a:ext cx="9753625" cy="230832"/>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203232"/>
              </a:buClr>
              <a:buSzPts val="3600"/>
              <a:buNone/>
            </a:pPr>
            <a:r>
              <a:rPr lang="en-GB">
                <a:solidFill>
                  <a:srgbClr val="203232"/>
                </a:solidFill>
              </a:rPr>
              <a:t>Here is a sample of our dataset: </a:t>
            </a:r>
            <a:endParaRPr sz="1800">
              <a:solidFill>
                <a:srgbClr val="FF0000"/>
              </a:solidFill>
            </a:endParaRPr>
          </a:p>
        </p:txBody>
      </p:sp>
      <p:sp>
        <p:nvSpPr>
          <p:cNvPr id="174" name="Google Shape;174;p30"/>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PRE 7COM1079-2025  Student Group No:  A 14</a:t>
            </a:r>
            <a:endParaRPr/>
          </a:p>
        </p:txBody>
      </p:sp>
      <p:sp>
        <p:nvSpPr>
          <p:cNvPr id="175" name="Google Shape;175;p30"/>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3</a:t>
            </a:r>
            <a:endParaRPr/>
          </a:p>
        </p:txBody>
      </p:sp>
      <p:sp>
        <p:nvSpPr>
          <p:cNvPr id="176" name="Google Shape;176;p30"/>
          <p:cNvSpPr txBox="1"/>
          <p:nvPr>
            <p:ph type="ctrTitle"/>
          </p:nvPr>
        </p:nvSpPr>
        <p:spPr>
          <a:xfrm>
            <a:off x="471975" y="2089850"/>
            <a:ext cx="10458600" cy="319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990"/>
              <a:buNone/>
            </a:pPr>
            <a:r>
              <a:rPr b="0" lang="en-GB" sz="1200">
                <a:solidFill>
                  <a:srgbClr val="000000"/>
                </a:solidFill>
                <a:highlight>
                  <a:srgbClr val="FFFFFF"/>
                </a:highlight>
                <a:latin typeface="Courier New"/>
                <a:ea typeface="Courier New"/>
                <a:cs typeface="Courier New"/>
                <a:sym typeface="Courier New"/>
              </a:rPr>
              <a:t>This is a sample of our dataset , showing the columns and the first 5 rows of our data.</a:t>
            </a:r>
            <a:endParaRPr b="0" sz="12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000000"/>
                </a:solidFill>
                <a:highlight>
                  <a:srgbClr val="FFFFFF"/>
                </a:highlight>
                <a:latin typeface="Courier New"/>
                <a:ea typeface="Courier New"/>
                <a:cs typeface="Courier New"/>
                <a:sym typeface="Courier New"/>
              </a:rPr>
              <a:t> Country     Region `Happiness Rank` `Happiness Score` `Standard Error` Economy (GDP per Cap…¹ Family Health (Life Expecta…²</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&lt;chr&gt;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&lt;chr&gt;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r>
              <a:rPr b="0" lang="en-GB" sz="1000">
                <a:solidFill>
                  <a:srgbClr val="000000"/>
                </a:solidFill>
                <a:highlight>
                  <a:srgbClr val="FFFFFF"/>
                </a:highlight>
                <a:latin typeface="Courier New"/>
                <a:ea typeface="Courier New"/>
                <a:cs typeface="Courier New"/>
                <a:sym typeface="Courier New"/>
              </a:rPr>
              <a:t>                  </a:t>
            </a:r>
            <a:r>
              <a:rPr b="0" i="1" lang="en-GB" sz="1000">
                <a:solidFill>
                  <a:srgbClr val="949494"/>
                </a:solidFill>
                <a:highlight>
                  <a:srgbClr val="FFFFFF"/>
                </a:highlight>
                <a:latin typeface="Courier New"/>
                <a:ea typeface="Courier New"/>
                <a:cs typeface="Courier New"/>
                <a:sym typeface="Courier New"/>
              </a:rPr>
              <a:t>&lt;dbl&gt;</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BCBCBC"/>
                </a:solidFill>
                <a:highlight>
                  <a:srgbClr val="FFFFFF"/>
                </a:highlight>
                <a:latin typeface="Courier New"/>
                <a:ea typeface="Courier New"/>
                <a:cs typeface="Courier New"/>
                <a:sym typeface="Courier New"/>
              </a:rPr>
              <a:t>1</a:t>
            </a:r>
            <a:r>
              <a:rPr b="0" lang="en-GB" sz="1000">
                <a:solidFill>
                  <a:srgbClr val="000000"/>
                </a:solidFill>
                <a:highlight>
                  <a:srgbClr val="FFFFFF"/>
                </a:highlight>
                <a:latin typeface="Courier New"/>
                <a:ea typeface="Courier New"/>
                <a:cs typeface="Courier New"/>
                <a:sym typeface="Courier New"/>
              </a:rPr>
              <a:t> Switzerland Weste…                1              7.59           0.034</a:t>
            </a:r>
            <a:r>
              <a:rPr b="0" lang="en-GB" sz="1000" u="sng">
                <a:solidFill>
                  <a:srgbClr val="000000"/>
                </a:solidFill>
                <a:highlight>
                  <a:srgbClr val="FFFFFF"/>
                </a:highlight>
                <a:latin typeface="Courier New"/>
                <a:ea typeface="Courier New"/>
                <a:cs typeface="Courier New"/>
                <a:sym typeface="Courier New"/>
              </a:rPr>
              <a:t>1</a:t>
            </a:r>
            <a:r>
              <a:rPr b="0" lang="en-GB" sz="1000">
                <a:solidFill>
                  <a:srgbClr val="000000"/>
                </a:solidFill>
                <a:highlight>
                  <a:srgbClr val="FFFFFF"/>
                </a:highlight>
                <a:latin typeface="Courier New"/>
                <a:ea typeface="Courier New"/>
                <a:cs typeface="Courier New"/>
                <a:sym typeface="Courier New"/>
              </a:rPr>
              <a:t>                   1.40   1.35                  0.941</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BCBCBC"/>
                </a:solidFill>
                <a:highlight>
                  <a:srgbClr val="FFFFFF"/>
                </a:highlight>
                <a:latin typeface="Courier New"/>
                <a:ea typeface="Courier New"/>
                <a:cs typeface="Courier New"/>
                <a:sym typeface="Courier New"/>
              </a:rPr>
              <a:t>2</a:t>
            </a:r>
            <a:r>
              <a:rPr b="0" lang="en-GB" sz="1000">
                <a:solidFill>
                  <a:srgbClr val="000000"/>
                </a:solidFill>
                <a:highlight>
                  <a:srgbClr val="FFFFFF"/>
                </a:highlight>
                <a:latin typeface="Courier New"/>
                <a:ea typeface="Courier New"/>
                <a:cs typeface="Courier New"/>
                <a:sym typeface="Courier New"/>
              </a:rPr>
              <a:t> Iceland     Weste…                2              7.56           0.048</a:t>
            </a:r>
            <a:r>
              <a:rPr b="0" lang="en-GB" sz="1000" u="sng">
                <a:solidFill>
                  <a:srgbClr val="000000"/>
                </a:solidFill>
                <a:highlight>
                  <a:srgbClr val="FFFFFF"/>
                </a:highlight>
                <a:latin typeface="Courier New"/>
                <a:ea typeface="Courier New"/>
                <a:cs typeface="Courier New"/>
                <a:sym typeface="Courier New"/>
              </a:rPr>
              <a:t>8</a:t>
            </a:r>
            <a:r>
              <a:rPr b="0" lang="en-GB" sz="1000">
                <a:solidFill>
                  <a:srgbClr val="000000"/>
                </a:solidFill>
                <a:highlight>
                  <a:srgbClr val="FFFFFF"/>
                </a:highlight>
                <a:latin typeface="Courier New"/>
                <a:ea typeface="Courier New"/>
                <a:cs typeface="Courier New"/>
                <a:sym typeface="Courier New"/>
              </a:rPr>
              <a:t>                   1.30   1.40                  0.948</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BCBCBC"/>
                </a:solidFill>
                <a:highlight>
                  <a:srgbClr val="FFFFFF"/>
                </a:highlight>
                <a:latin typeface="Courier New"/>
                <a:ea typeface="Courier New"/>
                <a:cs typeface="Courier New"/>
                <a:sym typeface="Courier New"/>
              </a:rPr>
              <a:t>3</a:t>
            </a:r>
            <a:r>
              <a:rPr b="0" lang="en-GB" sz="1000">
                <a:solidFill>
                  <a:srgbClr val="000000"/>
                </a:solidFill>
                <a:highlight>
                  <a:srgbClr val="FFFFFF"/>
                </a:highlight>
                <a:latin typeface="Courier New"/>
                <a:ea typeface="Courier New"/>
                <a:cs typeface="Courier New"/>
                <a:sym typeface="Courier New"/>
              </a:rPr>
              <a:t> Denmark     Weste…                3              7.53           0.033</a:t>
            </a:r>
            <a:r>
              <a:rPr b="0" lang="en-GB" sz="1000" u="sng">
                <a:solidFill>
                  <a:srgbClr val="000000"/>
                </a:solidFill>
                <a:highlight>
                  <a:srgbClr val="FFFFFF"/>
                </a:highlight>
                <a:latin typeface="Courier New"/>
                <a:ea typeface="Courier New"/>
                <a:cs typeface="Courier New"/>
                <a:sym typeface="Courier New"/>
              </a:rPr>
              <a:t>3</a:t>
            </a:r>
            <a:r>
              <a:rPr b="0" lang="en-GB" sz="1000">
                <a:solidFill>
                  <a:srgbClr val="000000"/>
                </a:solidFill>
                <a:highlight>
                  <a:srgbClr val="FFFFFF"/>
                </a:highlight>
                <a:latin typeface="Courier New"/>
                <a:ea typeface="Courier New"/>
                <a:cs typeface="Courier New"/>
                <a:sym typeface="Courier New"/>
              </a:rPr>
              <a:t>                   1.33   1.36                  0.875</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rPr b="0" lang="en-GB" sz="1000">
                <a:solidFill>
                  <a:srgbClr val="BCBCBC"/>
                </a:solidFill>
                <a:highlight>
                  <a:srgbClr val="FFFFFF"/>
                </a:highlight>
                <a:latin typeface="Courier New"/>
                <a:ea typeface="Courier New"/>
                <a:cs typeface="Courier New"/>
                <a:sym typeface="Courier New"/>
              </a:rPr>
              <a:t>4</a:t>
            </a:r>
            <a:r>
              <a:rPr b="0" lang="en-GB" sz="1000">
                <a:solidFill>
                  <a:srgbClr val="000000"/>
                </a:solidFill>
                <a:highlight>
                  <a:srgbClr val="FFFFFF"/>
                </a:highlight>
                <a:latin typeface="Courier New"/>
                <a:ea typeface="Courier New"/>
                <a:cs typeface="Courier New"/>
                <a:sym typeface="Courier New"/>
              </a:rPr>
              <a:t> Norway      Weste…                4              7.52           0.038</a:t>
            </a:r>
            <a:r>
              <a:rPr b="0" lang="en-GB" sz="1000" u="sng">
                <a:solidFill>
                  <a:srgbClr val="000000"/>
                </a:solidFill>
                <a:highlight>
                  <a:srgbClr val="FFFFFF"/>
                </a:highlight>
                <a:latin typeface="Courier New"/>
                <a:ea typeface="Courier New"/>
                <a:cs typeface="Courier New"/>
                <a:sym typeface="Courier New"/>
              </a:rPr>
              <a:t>8</a:t>
            </a:r>
            <a:r>
              <a:rPr b="0" lang="en-GB" sz="1000">
                <a:solidFill>
                  <a:srgbClr val="000000"/>
                </a:solidFill>
                <a:highlight>
                  <a:srgbClr val="FFFFFF"/>
                </a:highlight>
                <a:latin typeface="Courier New"/>
                <a:ea typeface="Courier New"/>
                <a:cs typeface="Courier New"/>
                <a:sym typeface="Courier New"/>
              </a:rPr>
              <a:t>                   1.46   1.33                  0.885</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None/>
            </a:pPr>
            <a:r>
              <a:rPr b="0" lang="en-GB" sz="1000">
                <a:solidFill>
                  <a:srgbClr val="BCBCBC"/>
                </a:solidFill>
                <a:highlight>
                  <a:srgbClr val="FFFFFF"/>
                </a:highlight>
                <a:latin typeface="Courier New"/>
                <a:ea typeface="Courier New"/>
                <a:cs typeface="Courier New"/>
                <a:sym typeface="Courier New"/>
              </a:rPr>
              <a:t>5</a:t>
            </a:r>
            <a:r>
              <a:rPr b="0" lang="en-GB" sz="1000">
                <a:solidFill>
                  <a:srgbClr val="000000"/>
                </a:solidFill>
                <a:highlight>
                  <a:srgbClr val="FFFFFF"/>
                </a:highlight>
                <a:latin typeface="Courier New"/>
                <a:ea typeface="Courier New"/>
                <a:cs typeface="Courier New"/>
                <a:sym typeface="Courier New"/>
              </a:rPr>
              <a:t> Canada      North…                5              7.43           0.035</a:t>
            </a:r>
            <a:r>
              <a:rPr b="0" lang="en-GB" sz="1000" u="sng">
                <a:solidFill>
                  <a:srgbClr val="000000"/>
                </a:solidFill>
                <a:highlight>
                  <a:srgbClr val="FFFFFF"/>
                </a:highlight>
                <a:latin typeface="Courier New"/>
                <a:ea typeface="Courier New"/>
                <a:cs typeface="Courier New"/>
                <a:sym typeface="Courier New"/>
              </a:rPr>
              <a:t>5</a:t>
            </a:r>
            <a:r>
              <a:rPr b="0" lang="en-GB" sz="1000">
                <a:solidFill>
                  <a:srgbClr val="000000"/>
                </a:solidFill>
                <a:highlight>
                  <a:srgbClr val="FFFFFF"/>
                </a:highlight>
                <a:latin typeface="Courier New"/>
                <a:ea typeface="Courier New"/>
                <a:cs typeface="Courier New"/>
                <a:sym typeface="Courier New"/>
              </a:rPr>
              <a:t>                   1.33   1.32                  0.906</a:t>
            </a:r>
            <a:endParaRPr b="0" sz="1000">
              <a:solidFill>
                <a:srgbClr val="000000"/>
              </a:solidFill>
              <a:highlight>
                <a:srgbClr val="FFFFFF"/>
              </a:highlight>
              <a:latin typeface="Courier New"/>
              <a:ea typeface="Courier New"/>
              <a:cs typeface="Courier New"/>
              <a:sym typeface="Courier New"/>
            </a:endParaRPr>
          </a:p>
          <a:p>
            <a:pPr indent="0" lvl="0" marL="0" rtl="0" algn="l">
              <a:lnSpc>
                <a:spcPct val="115000"/>
              </a:lnSpc>
              <a:spcBef>
                <a:spcPts val="1200"/>
              </a:spcBef>
              <a:spcAft>
                <a:spcPts val="0"/>
              </a:spcAft>
              <a:buSzPts val="990"/>
              <a:buNone/>
            </a:pPr>
            <a:r>
              <a:t/>
            </a:r>
            <a:endParaRPr b="0" sz="1200">
              <a:solidFill>
                <a:srgbClr val="000000"/>
              </a:solidFill>
              <a:highlight>
                <a:srgbClr val="FFFFFF"/>
              </a:highlight>
              <a:latin typeface="Courier New"/>
              <a:ea typeface="Courier New"/>
              <a:cs typeface="Courier New"/>
              <a:sym typeface="Courier New"/>
            </a:endParaRPr>
          </a:p>
          <a:p>
            <a:pPr indent="0" lvl="0" marL="0" rtl="0" algn="l">
              <a:lnSpc>
                <a:spcPct val="80000"/>
              </a:lnSpc>
              <a:spcBef>
                <a:spcPts val="1200"/>
              </a:spcBef>
              <a:spcAft>
                <a:spcPts val="0"/>
              </a:spcAft>
              <a:buSzPts val="990"/>
              <a:buNone/>
            </a:pPr>
            <a:r>
              <a:rPr b="0" lang="en-GB" sz="1200">
                <a:solidFill>
                  <a:srgbClr val="000000"/>
                </a:solidFill>
                <a:highlight>
                  <a:srgbClr val="FFFFFF"/>
                </a:highlight>
                <a:latin typeface="Courier New"/>
                <a:ea typeface="Courier New"/>
                <a:cs typeface="Courier New"/>
                <a:sym typeface="Courier New"/>
              </a:rPr>
              <a:t>Our data set has </a:t>
            </a:r>
            <a:r>
              <a:rPr lang="en-GB" sz="1200">
                <a:solidFill>
                  <a:srgbClr val="000000"/>
                </a:solidFill>
                <a:highlight>
                  <a:srgbClr val="FFFFFF"/>
                </a:highlight>
                <a:latin typeface="Courier New"/>
                <a:ea typeface="Courier New"/>
                <a:cs typeface="Courier New"/>
                <a:sym typeface="Courier New"/>
              </a:rPr>
              <a:t>158 rows</a:t>
            </a:r>
            <a:br>
              <a:rPr lang="en-GB" sz="3540">
                <a:solidFill>
                  <a:srgbClr val="FF0000"/>
                </a:solidFill>
              </a:rPr>
            </a:br>
            <a:endParaRPr sz="3540">
              <a:solidFill>
                <a:srgbClr val="FF0000"/>
              </a:solidFill>
            </a:endParaRPr>
          </a:p>
          <a:p>
            <a:pPr indent="0" lvl="0" marL="0" rtl="0" algn="l">
              <a:lnSpc>
                <a:spcPct val="106666"/>
              </a:lnSpc>
              <a:spcBef>
                <a:spcPts val="992"/>
              </a:spcBef>
              <a:spcAft>
                <a:spcPts val="0"/>
              </a:spcAft>
              <a:buClr>
                <a:schemeClr val="dk1"/>
              </a:buClr>
              <a:buSzPts val="6750"/>
              <a:buFont typeface="Arial"/>
              <a:buNone/>
            </a:pPr>
            <a:r>
              <a:t/>
            </a:r>
            <a:endParaRPr sz="705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idx="1" type="subTitle"/>
          </p:nvPr>
        </p:nvSpPr>
        <p:spPr>
          <a:xfrm>
            <a:off x="965288" y="1285092"/>
            <a:ext cx="10110240" cy="58802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GB"/>
              <a:t>Dataset </a:t>
            </a:r>
            <a:r>
              <a:rPr lang="en-GB">
                <a:solidFill>
                  <a:srgbClr val="203232"/>
                </a:solidFill>
              </a:rPr>
              <a:t>ID</a:t>
            </a:r>
            <a:r>
              <a:rPr lang="en-GB" sz="1600">
                <a:solidFill>
                  <a:srgbClr val="FF0000"/>
                </a:solidFill>
              </a:rPr>
              <a:t>:   </a:t>
            </a:r>
            <a:r>
              <a:rPr b="0" lang="en-GB" sz="2000">
                <a:solidFill>
                  <a:srgbClr val="FF0000"/>
                </a:solidFill>
              </a:rPr>
              <a:t>Ds282: World Happiness Report 2015.csv</a:t>
            </a:r>
            <a:endParaRPr>
              <a:solidFill>
                <a:srgbClr val="FF0000"/>
              </a:solidFill>
            </a:endParaRPr>
          </a:p>
        </p:txBody>
      </p:sp>
      <p:sp>
        <p:nvSpPr>
          <p:cNvPr id="183" name="Google Shape;183;p31"/>
          <p:cNvSpPr txBox="1"/>
          <p:nvPr>
            <p:ph idx="11" type="ftr"/>
          </p:nvPr>
        </p:nvSpPr>
        <p:spPr>
          <a:xfrm>
            <a:off x="965288" y="791022"/>
            <a:ext cx="9129687"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7COM1079-2025  Student Group No:  A14                   Names of Student Group Attendees: </a:t>
            </a:r>
            <a:endParaRPr/>
          </a:p>
        </p:txBody>
      </p:sp>
      <p:sp>
        <p:nvSpPr>
          <p:cNvPr id="184" name="Google Shape;184;p31"/>
          <p:cNvSpPr txBox="1"/>
          <p:nvPr>
            <p:ph idx="12" type="sldNum"/>
          </p:nvPr>
        </p:nvSpPr>
        <p:spPr>
          <a:xfrm>
            <a:off x="10954512" y="555565"/>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2</a:t>
            </a:r>
            <a:endParaRPr/>
          </a:p>
        </p:txBody>
      </p:sp>
      <p:sp>
        <p:nvSpPr>
          <p:cNvPr id="185" name="Google Shape;185;p31"/>
          <p:cNvSpPr txBox="1"/>
          <p:nvPr>
            <p:ph type="ctrTitle"/>
          </p:nvPr>
        </p:nvSpPr>
        <p:spPr>
          <a:xfrm>
            <a:off x="965300" y="1698300"/>
            <a:ext cx="10974900" cy="1842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400"/>
              <a:buFont typeface="Calibri"/>
              <a:buNone/>
            </a:pPr>
            <a:r>
              <a:t/>
            </a:r>
            <a:endParaRPr b="0" sz="2400">
              <a:latin typeface="Calibri"/>
              <a:ea typeface="Calibri"/>
              <a:cs typeface="Calibri"/>
              <a:sym typeface="Calibri"/>
            </a:endParaRPr>
          </a:p>
          <a:p>
            <a:pPr indent="0" lvl="0" marL="0" rtl="0" algn="l">
              <a:lnSpc>
                <a:spcPct val="100000"/>
              </a:lnSpc>
              <a:spcBef>
                <a:spcPts val="0"/>
              </a:spcBef>
              <a:spcAft>
                <a:spcPts val="0"/>
              </a:spcAft>
              <a:buClr>
                <a:schemeClr val="dk1"/>
              </a:buClr>
              <a:buSzPts val="2400"/>
              <a:buFont typeface="Calibri"/>
              <a:buNone/>
            </a:pPr>
            <a:r>
              <a:rPr b="0" lang="en-GB" sz="2400">
                <a:latin typeface="Calibri"/>
                <a:ea typeface="Calibri"/>
                <a:cs typeface="Calibri"/>
                <a:sym typeface="Calibri"/>
              </a:rPr>
              <a:t>This dataset is interesting to us because </a:t>
            </a:r>
            <a:r>
              <a:rPr b="0" lang="en-GB" sz="2400">
                <a:solidFill>
                  <a:srgbClr val="FF0000"/>
                </a:solidFill>
                <a:latin typeface="Calibri"/>
                <a:ea typeface="Calibri"/>
                <a:cs typeface="Calibri"/>
                <a:sym typeface="Calibri"/>
              </a:rPr>
              <a:t>:</a:t>
            </a:r>
            <a:r>
              <a:rPr b="0" lang="en-GB" sz="1200">
                <a:solidFill>
                  <a:srgbClr val="000000"/>
                </a:solidFill>
                <a:highlight>
                  <a:schemeClr val="lt1"/>
                </a:highlight>
              </a:rPr>
              <a:t> </a:t>
            </a:r>
            <a:r>
              <a:rPr b="0" lang="en-GB" sz="2400">
                <a:solidFill>
                  <a:schemeClr val="accent3"/>
                </a:solidFill>
                <a:highlight>
                  <a:schemeClr val="lt1"/>
                </a:highlight>
                <a:latin typeface="Calibri"/>
                <a:ea typeface="Calibri"/>
                <a:cs typeface="Calibri"/>
                <a:sym typeface="Calibri"/>
              </a:rPr>
              <a:t>It uses many different factors to measure happiness, which allows us observe relations that are not too obvious such as how a strong sense of community can be just as important as a strong economy when measuring  happiness.</a:t>
            </a:r>
            <a:br>
              <a:rPr b="0" lang="en-GB" sz="2400">
                <a:solidFill>
                  <a:schemeClr val="accent3"/>
                </a:solidFill>
                <a:latin typeface="Calibri"/>
                <a:ea typeface="Calibri"/>
                <a:cs typeface="Calibri"/>
                <a:sym typeface="Calibri"/>
              </a:rPr>
            </a:br>
            <a:br>
              <a:rPr b="0" lang="en-GB" sz="2400">
                <a:latin typeface="Calibri"/>
                <a:ea typeface="Calibri"/>
                <a:cs typeface="Calibri"/>
                <a:sym typeface="Calibri"/>
              </a:rPr>
            </a:br>
            <a:r>
              <a:rPr b="0" lang="en-GB" sz="2400">
                <a:latin typeface="Calibri"/>
                <a:ea typeface="Calibri"/>
                <a:cs typeface="Calibri"/>
                <a:sym typeface="Calibri"/>
              </a:rPr>
              <a:t>Our  Independent variable is: </a:t>
            </a:r>
            <a:r>
              <a:rPr b="0" lang="en-GB" sz="2400">
                <a:solidFill>
                  <a:srgbClr val="FF0000"/>
                </a:solidFill>
                <a:latin typeface="Calibri"/>
                <a:ea typeface="Calibri"/>
                <a:cs typeface="Calibri"/>
                <a:sym typeface="Calibri"/>
              </a:rPr>
              <a:t>Economy (GDP per Capita</a:t>
            </a:r>
            <a:r>
              <a:rPr b="0" lang="en-GB" sz="2400">
                <a:solidFill>
                  <a:srgbClr val="FF0000"/>
                </a:solidFill>
                <a:latin typeface="Calibri"/>
                <a:ea typeface="Calibri"/>
                <a:cs typeface="Calibri"/>
                <a:sym typeface="Calibri"/>
              </a:rPr>
              <a:t>)</a:t>
            </a:r>
            <a:br>
              <a:rPr b="0" lang="en-GB" sz="2400">
                <a:latin typeface="Calibri"/>
                <a:ea typeface="Calibri"/>
                <a:cs typeface="Calibri"/>
                <a:sym typeface="Calibri"/>
              </a:rPr>
            </a:br>
            <a:r>
              <a:rPr b="0" lang="en-GB" sz="2400">
                <a:solidFill>
                  <a:srgbClr val="FF0000"/>
                </a:solidFill>
                <a:latin typeface="Calibri"/>
                <a:ea typeface="Calibri"/>
                <a:cs typeface="Calibri"/>
                <a:sym typeface="Calibri"/>
              </a:rPr>
              <a:t>                   </a:t>
            </a:r>
            <a:r>
              <a:rPr b="0" lang="en-GB" sz="2400">
                <a:latin typeface="Calibri"/>
                <a:ea typeface="Calibri"/>
                <a:cs typeface="Calibri"/>
                <a:sym typeface="Calibri"/>
              </a:rPr>
              <a:t>This  Independent variable datatype is </a:t>
            </a:r>
            <a:r>
              <a:rPr b="0" lang="en-GB" sz="2400">
                <a:solidFill>
                  <a:srgbClr val="FF0000"/>
                </a:solidFill>
                <a:latin typeface="Calibri"/>
                <a:ea typeface="Calibri"/>
                <a:cs typeface="Calibri"/>
                <a:sym typeface="Calibri"/>
              </a:rPr>
              <a:t>Ratio.</a:t>
            </a:r>
            <a:endParaRPr b="0" sz="2400">
              <a:latin typeface="Calibri"/>
              <a:ea typeface="Calibri"/>
              <a:cs typeface="Calibri"/>
              <a:sym typeface="Calibri"/>
            </a:endParaRPr>
          </a:p>
          <a:p>
            <a:pPr indent="0" lvl="0" marL="0" rtl="0" algn="l">
              <a:lnSpc>
                <a:spcPct val="100000"/>
              </a:lnSpc>
              <a:spcBef>
                <a:spcPts val="0"/>
              </a:spcBef>
              <a:spcAft>
                <a:spcPts val="0"/>
              </a:spcAft>
              <a:buClr>
                <a:schemeClr val="dk1"/>
              </a:buClr>
              <a:buSzPts val="2400"/>
              <a:buFont typeface="Calibri"/>
              <a:buNone/>
            </a:pPr>
            <a:r>
              <a:rPr b="0" lang="en-GB" sz="2400">
                <a:latin typeface="Calibri"/>
                <a:ea typeface="Calibri"/>
                <a:cs typeface="Calibri"/>
                <a:sym typeface="Calibri"/>
              </a:rPr>
              <a:t>Our Dependent variable is: </a:t>
            </a:r>
            <a:r>
              <a:rPr b="0" lang="en-GB" sz="2400">
                <a:solidFill>
                  <a:srgbClr val="FF0000"/>
                </a:solidFill>
                <a:latin typeface="Calibri"/>
                <a:ea typeface="Calibri"/>
                <a:cs typeface="Calibri"/>
                <a:sym typeface="Calibri"/>
              </a:rPr>
              <a:t>Happiness Score</a:t>
            </a:r>
            <a:br>
              <a:rPr b="0" lang="en-GB" sz="2400">
                <a:latin typeface="Calibri"/>
                <a:ea typeface="Calibri"/>
                <a:cs typeface="Calibri"/>
                <a:sym typeface="Calibri"/>
              </a:rPr>
            </a:br>
            <a:r>
              <a:rPr b="0" lang="en-GB" sz="2400">
                <a:solidFill>
                  <a:srgbClr val="FF0000"/>
                </a:solidFill>
                <a:latin typeface="Calibri"/>
                <a:ea typeface="Calibri"/>
                <a:cs typeface="Calibri"/>
                <a:sym typeface="Calibri"/>
              </a:rPr>
              <a:t>                   </a:t>
            </a:r>
            <a:r>
              <a:rPr b="0" lang="en-GB" sz="2400">
                <a:latin typeface="Calibri"/>
                <a:ea typeface="Calibri"/>
                <a:cs typeface="Calibri"/>
                <a:sym typeface="Calibri"/>
              </a:rPr>
              <a:t>This Dependent variable datatype is </a:t>
            </a:r>
            <a:r>
              <a:rPr b="0" lang="en-GB" sz="2400">
                <a:solidFill>
                  <a:schemeClr val="accent3"/>
                </a:solidFill>
                <a:latin typeface="Calibri"/>
                <a:ea typeface="Calibri"/>
                <a:cs typeface="Calibri"/>
                <a:sym typeface="Calibri"/>
              </a:rPr>
              <a:t>Ratio</a:t>
            </a:r>
            <a:r>
              <a:rPr b="0" lang="en-GB" sz="2400">
                <a:latin typeface="Calibri"/>
                <a:ea typeface="Calibri"/>
                <a:cs typeface="Calibri"/>
                <a:sym typeface="Calibri"/>
              </a:rPr>
              <a:t>.</a:t>
            </a:r>
            <a:r>
              <a:rPr b="0" lang="en-GB" sz="2400">
                <a:latin typeface="Calibri"/>
                <a:ea typeface="Calibri"/>
                <a:cs typeface="Calibri"/>
                <a:sym typeface="Calibri"/>
              </a:rPr>
              <a:t> </a:t>
            </a:r>
            <a:endParaRPr>
              <a:solidFill>
                <a:schemeClr val="accent3"/>
              </a:solidFill>
            </a:endParaRPr>
          </a:p>
        </p:txBody>
      </p:sp>
      <p:sp>
        <p:nvSpPr>
          <p:cNvPr id="186" name="Google Shape;186;p31"/>
          <p:cNvSpPr txBox="1"/>
          <p:nvPr/>
        </p:nvSpPr>
        <p:spPr>
          <a:xfrm>
            <a:off x="6766560" y="5385816"/>
            <a:ext cx="4188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idx="1" type="subTitle"/>
          </p:nvPr>
        </p:nvSpPr>
        <p:spPr>
          <a:xfrm>
            <a:off x="965289" y="1147638"/>
            <a:ext cx="9753625" cy="230832"/>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GB"/>
              <a:t>Our Research Question is </a:t>
            </a:r>
            <a:endParaRPr/>
          </a:p>
        </p:txBody>
      </p:sp>
      <p:sp>
        <p:nvSpPr>
          <p:cNvPr id="193" name="Google Shape;193;p32"/>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a:t>PRE 7COM1079-2025  Student Group No:  A14</a:t>
            </a:r>
            <a:endParaRPr/>
          </a:p>
        </p:txBody>
      </p:sp>
      <p:sp>
        <p:nvSpPr>
          <p:cNvPr id="194" name="Google Shape;194;p32"/>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GB"/>
              <a:t>3</a:t>
            </a:r>
            <a:endParaRPr/>
          </a:p>
        </p:txBody>
      </p:sp>
      <p:sp>
        <p:nvSpPr>
          <p:cNvPr id="195" name="Google Shape;195;p32"/>
          <p:cNvSpPr txBox="1"/>
          <p:nvPr>
            <p:ph type="ctrTitle"/>
          </p:nvPr>
        </p:nvSpPr>
        <p:spPr>
          <a:xfrm>
            <a:off x="958850" y="1763489"/>
            <a:ext cx="10692600" cy="2466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400"/>
              <a:buFont typeface="Calibri"/>
              <a:buNone/>
            </a:pPr>
            <a:r>
              <a:rPr b="0" lang="en-GB" sz="2400">
                <a:latin typeface="Calibri"/>
                <a:ea typeface="Calibri"/>
                <a:cs typeface="Calibri"/>
                <a:sym typeface="Calibri"/>
              </a:rPr>
              <a:t>“Is there a correlation between </a:t>
            </a:r>
            <a:r>
              <a:rPr b="0" lang="en-GB" sz="2400">
                <a:solidFill>
                  <a:srgbClr val="0070C0"/>
                </a:solidFill>
                <a:latin typeface="Calibri"/>
                <a:ea typeface="Calibri"/>
                <a:cs typeface="Calibri"/>
                <a:sym typeface="Calibri"/>
              </a:rPr>
              <a:t>Happiness Score</a:t>
            </a:r>
            <a:r>
              <a:rPr b="0" lang="en-GB" sz="2400">
                <a:solidFill>
                  <a:srgbClr val="0070C0"/>
                </a:solidFill>
                <a:latin typeface="Calibri"/>
                <a:ea typeface="Calibri"/>
                <a:cs typeface="Calibri"/>
                <a:sym typeface="Calibri"/>
              </a:rPr>
              <a:t> </a:t>
            </a:r>
            <a:r>
              <a:rPr b="0" lang="en-GB" sz="2400">
                <a:latin typeface="Calibri"/>
                <a:ea typeface="Calibri"/>
                <a:cs typeface="Calibri"/>
                <a:sym typeface="Calibri"/>
              </a:rPr>
              <a:t>and </a:t>
            </a:r>
            <a:r>
              <a:rPr b="0" lang="en-GB" sz="2400">
                <a:solidFill>
                  <a:srgbClr val="0070C0"/>
                </a:solidFill>
                <a:latin typeface="Calibri"/>
                <a:ea typeface="Calibri"/>
                <a:cs typeface="Calibri"/>
                <a:sym typeface="Calibri"/>
              </a:rPr>
              <a:t>Economy (GDP per Capita )</a:t>
            </a:r>
            <a:r>
              <a:rPr b="0" lang="en-GB" sz="2400">
                <a:solidFill>
                  <a:srgbClr val="0070C0"/>
                </a:solidFill>
                <a:latin typeface="Calibri"/>
                <a:ea typeface="Calibri"/>
                <a:cs typeface="Calibri"/>
                <a:sym typeface="Calibri"/>
              </a:rPr>
              <a:t>”</a:t>
            </a:r>
            <a:r>
              <a:rPr b="0" lang="en-GB" sz="2400">
                <a:latin typeface="Calibri"/>
                <a:ea typeface="Calibri"/>
                <a:cs typeface="Calibri"/>
                <a:sym typeface="Calibri"/>
              </a:rPr>
              <a:t>. </a:t>
            </a:r>
            <a:endParaRPr b="0" sz="2400">
              <a:latin typeface="Calibri"/>
              <a:ea typeface="Calibri"/>
              <a:cs typeface="Calibri"/>
              <a:sym typeface="Calibri"/>
            </a:endParaRPr>
          </a:p>
          <a:p>
            <a:pPr indent="0" lvl="0" marL="0" rtl="0" algn="l">
              <a:lnSpc>
                <a:spcPct val="100000"/>
              </a:lnSpc>
              <a:spcBef>
                <a:spcPts val="992"/>
              </a:spcBef>
              <a:spcAft>
                <a:spcPts val="0"/>
              </a:spcAft>
              <a:buClr>
                <a:srgbClr val="FF0000"/>
              </a:buClr>
              <a:buSzPts val="2000"/>
              <a:buFont typeface="Arial"/>
              <a:buNone/>
            </a:pPr>
            <a:r>
              <a:rPr b="0" lang="en-GB" sz="2000">
                <a:solidFill>
                  <a:srgbClr val="FF0000"/>
                </a:solidFill>
              </a:rPr>
              <a:t>Null hypothesis (H</a:t>
            </a:r>
            <a:r>
              <a:rPr b="0" baseline="-25000" lang="en-GB" sz="2000">
                <a:solidFill>
                  <a:srgbClr val="FF0000"/>
                </a:solidFill>
              </a:rPr>
              <a:t>0</a:t>
            </a:r>
            <a:r>
              <a:rPr b="0" lang="en-GB" sz="2000">
                <a:solidFill>
                  <a:srgbClr val="FF0000"/>
                </a:solidFill>
              </a:rPr>
              <a:t>): There is </a:t>
            </a:r>
            <a:r>
              <a:rPr lang="en-GB" sz="2000">
                <a:solidFill>
                  <a:srgbClr val="FF0000"/>
                </a:solidFill>
              </a:rPr>
              <a:t>no</a:t>
            </a:r>
            <a:r>
              <a:rPr b="0" lang="en-GB" sz="2000">
                <a:solidFill>
                  <a:srgbClr val="FF0000"/>
                </a:solidFill>
              </a:rPr>
              <a:t> correlation between Happiness Score and Economy GDP per Capita</a:t>
            </a:r>
            <a:endParaRPr b="0" sz="2000">
              <a:solidFill>
                <a:srgbClr val="FF0000"/>
              </a:solidFill>
            </a:endParaRPr>
          </a:p>
          <a:p>
            <a:pPr indent="0" lvl="0" marL="0" rtl="0" algn="l">
              <a:lnSpc>
                <a:spcPct val="100000"/>
              </a:lnSpc>
              <a:spcBef>
                <a:spcPts val="992"/>
              </a:spcBef>
              <a:spcAft>
                <a:spcPts val="0"/>
              </a:spcAft>
              <a:buClr>
                <a:srgbClr val="FF0000"/>
              </a:buClr>
              <a:buSzPts val="2000"/>
              <a:buFont typeface="Arial"/>
              <a:buNone/>
            </a:pPr>
            <a:r>
              <a:rPr b="0" lang="en-GB" sz="2000">
                <a:solidFill>
                  <a:srgbClr val="FF0000"/>
                </a:solidFill>
              </a:rPr>
              <a:t> Alternative hypothesis (H</a:t>
            </a:r>
            <a:r>
              <a:rPr b="0" baseline="-25000" lang="en-GB" sz="2000">
                <a:solidFill>
                  <a:srgbClr val="FF0000"/>
                </a:solidFill>
              </a:rPr>
              <a:t>1</a:t>
            </a:r>
            <a:r>
              <a:rPr b="0" lang="en-GB" sz="2000">
                <a:solidFill>
                  <a:srgbClr val="FF0000"/>
                </a:solidFill>
              </a:rPr>
              <a:t>): There is </a:t>
            </a:r>
            <a:r>
              <a:rPr lang="en-GB" sz="2000">
                <a:solidFill>
                  <a:srgbClr val="FF0000"/>
                </a:solidFill>
              </a:rPr>
              <a:t>a</a:t>
            </a:r>
            <a:r>
              <a:rPr b="0" lang="en-GB" sz="2000">
                <a:solidFill>
                  <a:srgbClr val="FF0000"/>
                </a:solidFill>
              </a:rPr>
              <a:t> correlation between Happiness Score and Economy GDP per Capita</a:t>
            </a:r>
            <a:endParaRPr sz="3600"/>
          </a:p>
          <a:p>
            <a:pPr indent="0" lvl="0" marL="0" rtl="0" algn="l">
              <a:lnSpc>
                <a:spcPct val="100000"/>
              </a:lnSpc>
              <a:spcBef>
                <a:spcPts val="992"/>
              </a:spcBef>
              <a:spcAft>
                <a:spcPts val="0"/>
              </a:spcAft>
              <a:buClr>
                <a:srgbClr val="FF0000"/>
              </a:buClr>
              <a:buSzPts val="2000"/>
              <a:buFont typeface="Arial"/>
              <a:buNone/>
            </a:pPr>
            <a:r>
              <a:t/>
            </a:r>
            <a:endParaRPr b="0" sz="2000">
              <a:solidFill>
                <a:srgbClr val="FF0000"/>
              </a:solidFill>
            </a:endParaRPr>
          </a:p>
          <a:p>
            <a:pPr indent="0" lvl="0" marL="0" rtl="0" algn="l">
              <a:lnSpc>
                <a:spcPct val="100000"/>
              </a:lnSpc>
              <a:spcBef>
                <a:spcPts val="0"/>
              </a:spcBef>
              <a:spcAft>
                <a:spcPts val="0"/>
              </a:spcAft>
              <a:buClr>
                <a:schemeClr val="dk1"/>
              </a:buClr>
              <a:buSzPts val="2400"/>
              <a:buFont typeface="Calibri"/>
              <a:buNone/>
            </a:pPr>
            <a:r>
              <a:t/>
            </a:r>
            <a:endParaRPr b="0" sz="2400">
              <a:latin typeface="Calibri"/>
              <a:ea typeface="Calibri"/>
              <a:cs typeface="Calibri"/>
              <a:sym typeface="Calibri"/>
            </a:endParaRPr>
          </a:p>
          <a:p>
            <a:pPr indent="0" lvl="0" marL="0" rtl="0" algn="l">
              <a:lnSpc>
                <a:spcPct val="100000"/>
              </a:lnSpc>
              <a:spcBef>
                <a:spcPts val="0"/>
              </a:spcBef>
              <a:spcAft>
                <a:spcPts val="0"/>
              </a:spcAft>
              <a:buClr>
                <a:schemeClr val="dk1"/>
              </a:buClr>
              <a:buSzPts val="2400"/>
              <a:buFont typeface="Calibri"/>
              <a:buNone/>
            </a:pPr>
            <a:br>
              <a:rPr lang="en-GB" sz="2400">
                <a:latin typeface="Calibri"/>
                <a:ea typeface="Calibri"/>
                <a:cs typeface="Calibri"/>
                <a:sym typeface="Calibri"/>
              </a:rPr>
            </a:br>
            <a:br>
              <a:rPr lang="en-GB" sz="2400">
                <a:latin typeface="Calibri"/>
                <a:ea typeface="Calibri"/>
                <a:cs typeface="Calibri"/>
                <a:sym typeface="Calibri"/>
              </a:rPr>
            </a:br>
            <a:endParaRPr sz="2400">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